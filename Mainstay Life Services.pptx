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 id="2147483713" r:id="rId4"/>
  </p:sldMasterIdLst>
  <p:notesMasterIdLst>
    <p:notesMasterId r:id="rId6"/>
  </p:notesMasterIdLst>
  <p:sldIdLst>
    <p:sldId id="256" r:id="rId5"/>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9144000" cy="5143500"/>
  <p:notesSz cx="6858000" cy="9144000"/>
  <p:embeddedFontLst>
    <p:embeddedFont>
      <p:font typeface="Montserrat"/>
      <p:regular r:id="rId33"/>
    </p:embeddedFont>
    <p:embeddedFont>
      <p:font typeface="Mako"/>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6" name="Shape 976"/>
        <p:cNvGrpSpPr/>
        <p:nvPr/>
      </p:nvGrpSpPr>
      <p:grpSpPr>
        <a:xfrm>
          <a:off x="0" y="0"/>
          <a:ext cx="0" cy="0"/>
          <a:chOff x="0" y="0"/>
          <a:chExt cx="0" cy="0"/>
        </a:xfrm>
      </p:grpSpPr>
      <p:sp>
        <p:nvSpPr>
          <p:cNvPr id="977" name="Google Shape;977;g33f28749dc1_0_46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8" name="Google Shape;978;g33f28749dc1_0_4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2" name="Shape 982"/>
        <p:cNvGrpSpPr/>
        <p:nvPr/>
      </p:nvGrpSpPr>
      <p:grpSpPr>
        <a:xfrm>
          <a:off x="0" y="0"/>
          <a:ext cx="0" cy="0"/>
          <a:chOff x="0" y="0"/>
          <a:chExt cx="0" cy="0"/>
        </a:xfrm>
      </p:grpSpPr>
      <p:sp>
        <p:nvSpPr>
          <p:cNvPr id="983" name="Google Shape;983;g3413af0004d_0_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4" name="Google Shape;984;g3413af0004d_0_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90204"/>
              <a:buNone/>
            </a:pPr>
            <a:r>
              <a:rPr lang="en-GB">
                <a:solidFill>
                  <a:schemeClr val="dk1"/>
                </a:solidFill>
              </a:rPr>
              <a:t>We’re looking at records over the past 3 years, 2022 - 2024</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9" name="Shape 989"/>
        <p:cNvGrpSpPr/>
        <p:nvPr/>
      </p:nvGrpSpPr>
      <p:grpSpPr>
        <a:xfrm>
          <a:off x="0" y="0"/>
          <a:ext cx="0" cy="0"/>
          <a:chOff x="0" y="0"/>
          <a:chExt cx="0" cy="0"/>
        </a:xfrm>
      </p:grpSpPr>
      <p:sp>
        <p:nvSpPr>
          <p:cNvPr id="990" name="Google Shape;990;g3413af0004d_4_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3413af0004d_4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90204"/>
              <a:buNone/>
            </a:pPr>
            <a:endParaRPr>
              <a:solidFill>
                <a:schemeClr val="dk1"/>
              </a:solidFill>
            </a:endParaRPr>
          </a:p>
          <a:p>
            <a:pPr marL="0" lvl="0" indent="0" algn="l" rtl="0">
              <a:spcBef>
                <a:spcPts val="0"/>
              </a:spcBef>
              <a:spcAft>
                <a:spcPts val="0"/>
              </a:spcAft>
              <a:buNone/>
            </a:pPr>
            <a:r>
              <a:rPr lang="en-GB"/>
              <a:t>Edward: A chi-square test was conducted and we found that needs level and we found difference  </a:t>
            </a:r>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96" name="Shape 996"/>
        <p:cNvGrpSpPr/>
        <p:nvPr/>
      </p:nvGrpSpPr>
      <p:grpSpPr>
        <a:xfrm>
          <a:off x="0" y="0"/>
          <a:ext cx="0" cy="0"/>
          <a:chOff x="0" y="0"/>
          <a:chExt cx="0" cy="0"/>
        </a:xfrm>
      </p:grpSpPr>
      <p:sp>
        <p:nvSpPr>
          <p:cNvPr id="997" name="Google Shape;997;g33f28749dc1_0_196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8" name="Google Shape;998;g33f28749dc1_0_19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2" name="Shape 1002"/>
        <p:cNvGrpSpPr/>
        <p:nvPr/>
      </p:nvGrpSpPr>
      <p:grpSpPr>
        <a:xfrm>
          <a:off x="0" y="0"/>
          <a:ext cx="0" cy="0"/>
          <a:chOff x="0" y="0"/>
          <a:chExt cx="0" cy="0"/>
        </a:xfrm>
      </p:grpSpPr>
      <p:sp>
        <p:nvSpPr>
          <p:cNvPr id="1003" name="Google Shape;1003;g33f28749dc1_0_141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4" name="Google Shape;1004;g33f28749dc1_0_14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9" name="Shape 1009"/>
        <p:cNvGrpSpPr/>
        <p:nvPr/>
      </p:nvGrpSpPr>
      <p:grpSpPr>
        <a:xfrm>
          <a:off x="0" y="0"/>
          <a:ext cx="0" cy="0"/>
          <a:chOff x="0" y="0"/>
          <a:chExt cx="0" cy="0"/>
        </a:xfrm>
      </p:grpSpPr>
      <p:sp>
        <p:nvSpPr>
          <p:cNvPr id="1010" name="Google Shape;1010;g3460d6019aa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1" name="Google Shape;1011;g3460d6019aa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15" name="Shape 1015"/>
        <p:cNvGrpSpPr/>
        <p:nvPr/>
      </p:nvGrpSpPr>
      <p:grpSpPr>
        <a:xfrm>
          <a:off x="0" y="0"/>
          <a:ext cx="0" cy="0"/>
          <a:chOff x="0" y="0"/>
          <a:chExt cx="0" cy="0"/>
        </a:xfrm>
      </p:grpSpPr>
      <p:sp>
        <p:nvSpPr>
          <p:cNvPr id="1016" name="Google Shape;1016;g33f28749dc1_0_19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7" name="Google Shape;1017;g33f28749dc1_0_19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90204"/>
              <a:buNone/>
            </a:pPr>
            <a:r>
              <a:rPr lang="en-GB">
                <a:solidFill>
                  <a:schemeClr val="dk1"/>
                </a:solidFill>
              </a:rPr>
              <a:t>The data indicates that both wrong doses and missed doses have generally increased over time, though there has been a recent decline, possibly due to potential improvements or changes implemented by Mainstay. A seasonal trend is also evident, with errors peaking in the winter, likely due to increased illness or added strain on the healthcare system.</a:t>
            </a:r>
            <a:endParaRPr>
              <a:solidFill>
                <a:schemeClr val="dk1"/>
              </a:solidFill>
            </a:endParaRPr>
          </a:p>
          <a:p>
            <a:pPr marL="0" lvl="0" indent="0" algn="l" rtl="0">
              <a:spcBef>
                <a:spcPts val="1200"/>
              </a:spcBef>
              <a:spcAft>
                <a:spcPts val="0"/>
              </a:spcAft>
              <a:buClr>
                <a:schemeClr val="dk1"/>
              </a:buClr>
              <a:buSzPts val="1100"/>
              <a:buFont typeface="Arial" panose="020B0604020202090204"/>
              <a:buNone/>
            </a:pP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4" name="Shape 1024"/>
        <p:cNvGrpSpPr/>
        <p:nvPr/>
      </p:nvGrpSpPr>
      <p:grpSpPr>
        <a:xfrm>
          <a:off x="0" y="0"/>
          <a:ext cx="0" cy="0"/>
          <a:chOff x="0" y="0"/>
          <a:chExt cx="0" cy="0"/>
        </a:xfrm>
      </p:grpSpPr>
      <p:sp>
        <p:nvSpPr>
          <p:cNvPr id="1025" name="Google Shape;1025;g33f28749dc1_0_188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33f28749dc1_0_188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1" name="Shape 1031"/>
        <p:cNvGrpSpPr/>
        <p:nvPr/>
      </p:nvGrpSpPr>
      <p:grpSpPr>
        <a:xfrm>
          <a:off x="0" y="0"/>
          <a:ext cx="0" cy="0"/>
          <a:chOff x="0" y="0"/>
          <a:chExt cx="0" cy="0"/>
        </a:xfrm>
      </p:grpSpPr>
      <p:sp>
        <p:nvSpPr>
          <p:cNvPr id="1032" name="Google Shape;1032;g3413af0004d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3413af0004d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37" name="Shape 1037"/>
        <p:cNvGrpSpPr/>
        <p:nvPr/>
      </p:nvGrpSpPr>
      <p:grpSpPr>
        <a:xfrm>
          <a:off x="0" y="0"/>
          <a:ext cx="0" cy="0"/>
          <a:chOff x="0" y="0"/>
          <a:chExt cx="0" cy="0"/>
        </a:xfrm>
      </p:grpSpPr>
      <p:sp>
        <p:nvSpPr>
          <p:cNvPr id="1038" name="Google Shape;1038;g3413af0004d_0_1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413af0004d_0_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5" name="Shape 1045"/>
        <p:cNvGrpSpPr/>
        <p:nvPr/>
      </p:nvGrpSpPr>
      <p:grpSpPr>
        <a:xfrm>
          <a:off x="0" y="0"/>
          <a:ext cx="0" cy="0"/>
          <a:chOff x="0" y="0"/>
          <a:chExt cx="0" cy="0"/>
        </a:xfrm>
      </p:grpSpPr>
      <p:sp>
        <p:nvSpPr>
          <p:cNvPr id="1046" name="Google Shape;1046;g3413af0004d_0_2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3413af0004d_0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2" name="Shape 1052"/>
        <p:cNvGrpSpPr/>
        <p:nvPr/>
      </p:nvGrpSpPr>
      <p:grpSpPr>
        <a:xfrm>
          <a:off x="0" y="0"/>
          <a:ext cx="0" cy="0"/>
          <a:chOff x="0" y="0"/>
          <a:chExt cx="0" cy="0"/>
        </a:xfrm>
      </p:grpSpPr>
      <p:sp>
        <p:nvSpPr>
          <p:cNvPr id="1053" name="Google Shape;1053;g3413af0004d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413af0004d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Even if COVID isn’t as much of a concern anymore, this is still something we can use: for example, if we discover some illness but don’t know when it occurred, we can use the month we discovered it in and use that to predict when it occurred.</a:t>
            </a:r>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59" name="Shape 1059"/>
        <p:cNvGrpSpPr/>
        <p:nvPr/>
      </p:nvGrpSpPr>
      <p:grpSpPr>
        <a:xfrm>
          <a:off x="0" y="0"/>
          <a:ext cx="0" cy="0"/>
          <a:chOff x="0" y="0"/>
          <a:chExt cx="0" cy="0"/>
        </a:xfrm>
      </p:grpSpPr>
      <p:sp>
        <p:nvSpPr>
          <p:cNvPr id="1060" name="Google Shape;1060;g33faa25203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33faa25203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5" name="Shape 1065"/>
        <p:cNvGrpSpPr/>
        <p:nvPr/>
      </p:nvGrpSpPr>
      <p:grpSpPr>
        <a:xfrm>
          <a:off x="0" y="0"/>
          <a:ext cx="0" cy="0"/>
          <a:chOff x="0" y="0"/>
          <a:chExt cx="0" cy="0"/>
        </a:xfrm>
      </p:grpSpPr>
      <p:sp>
        <p:nvSpPr>
          <p:cNvPr id="1066" name="Google Shape;1066;g33faa252039_0_1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33faa252039_0_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2" name="Shape 1072"/>
        <p:cNvGrpSpPr/>
        <p:nvPr/>
      </p:nvGrpSpPr>
      <p:grpSpPr>
        <a:xfrm>
          <a:off x="0" y="0"/>
          <a:ext cx="0" cy="0"/>
          <a:chOff x="0" y="0"/>
          <a:chExt cx="0" cy="0"/>
        </a:xfrm>
      </p:grpSpPr>
      <p:sp>
        <p:nvSpPr>
          <p:cNvPr id="1073" name="Google Shape;1073;g3413af0004d_1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3413af0004d_1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78" name="Shape 1078"/>
        <p:cNvGrpSpPr/>
        <p:nvPr/>
      </p:nvGrpSpPr>
      <p:grpSpPr>
        <a:xfrm>
          <a:off x="0" y="0"/>
          <a:ext cx="0" cy="0"/>
          <a:chOff x="0" y="0"/>
          <a:chExt cx="0" cy="0"/>
        </a:xfrm>
      </p:grpSpPr>
      <p:sp>
        <p:nvSpPr>
          <p:cNvPr id="1079" name="Google Shape;1079;g3413af0004d_1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0" name="Google Shape;1080;g3413af0004d_1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5" name="Shape 1085"/>
        <p:cNvGrpSpPr/>
        <p:nvPr/>
      </p:nvGrpSpPr>
      <p:grpSpPr>
        <a:xfrm>
          <a:off x="0" y="0"/>
          <a:ext cx="0" cy="0"/>
          <a:chOff x="0" y="0"/>
          <a:chExt cx="0" cy="0"/>
        </a:xfrm>
      </p:grpSpPr>
      <p:sp>
        <p:nvSpPr>
          <p:cNvPr id="1086" name="Google Shape;1086;g3413af0004d_1_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3413af0004d_1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a:t>
            </a:r>
            <a:r>
              <a:rPr lang="en-GB"/>
              <a:t>orrect plot</a:t>
            </a:r>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93" name="Shape 1093"/>
        <p:cNvGrpSpPr/>
        <p:nvPr/>
      </p:nvGrpSpPr>
      <p:grpSpPr>
        <a:xfrm>
          <a:off x="0" y="0"/>
          <a:ext cx="0" cy="0"/>
          <a:chOff x="0" y="0"/>
          <a:chExt cx="0" cy="0"/>
        </a:xfrm>
      </p:grpSpPr>
      <p:sp>
        <p:nvSpPr>
          <p:cNvPr id="1094" name="Google Shape;1094;g3460080c5ab_1_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3460080c5ab_1_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Correct plot</a:t>
            </a:r>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1" name="Shape 1101"/>
        <p:cNvGrpSpPr/>
        <p:nvPr/>
      </p:nvGrpSpPr>
      <p:grpSpPr>
        <a:xfrm>
          <a:off x="0" y="0"/>
          <a:ext cx="0" cy="0"/>
          <a:chOff x="0" y="0"/>
          <a:chExt cx="0" cy="0"/>
        </a:xfrm>
      </p:grpSpPr>
      <p:sp>
        <p:nvSpPr>
          <p:cNvPr id="1102" name="Google Shape;1102;g345a7425805_0_1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345a7425805_0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7" name="Shape 1107"/>
        <p:cNvGrpSpPr/>
        <p:nvPr/>
      </p:nvGrpSpPr>
      <p:grpSpPr>
        <a:xfrm>
          <a:off x="0" y="0"/>
          <a:ext cx="0" cy="0"/>
          <a:chOff x="0" y="0"/>
          <a:chExt cx="0" cy="0"/>
        </a:xfrm>
      </p:grpSpPr>
      <p:sp>
        <p:nvSpPr>
          <p:cNvPr id="1108" name="Google Shape;1108;g34380de2be1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9" name="Google Shape;1109;g34380de2be1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6" name="Shape 1116"/>
        <p:cNvGrpSpPr/>
        <p:nvPr/>
      </p:nvGrpSpPr>
      <p:grpSpPr>
        <a:xfrm>
          <a:off x="0" y="0"/>
          <a:ext cx="0" cy="0"/>
          <a:chOff x="0" y="0"/>
          <a:chExt cx="0" cy="0"/>
        </a:xfrm>
      </p:grpSpPr>
      <p:sp>
        <p:nvSpPr>
          <p:cNvPr id="1117" name="Google Shape;1117;g345a7425805_0_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8" name="Google Shape;1118;g345a7425805_0_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Not enough data to support any trend of abuse reporting time over year</a:t>
            </a:r>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5" name="Shape 1125"/>
        <p:cNvGrpSpPr/>
        <p:nvPr/>
      </p:nvGrpSpPr>
      <p:grpSpPr>
        <a:xfrm>
          <a:off x="0" y="0"/>
          <a:ext cx="0" cy="0"/>
          <a:chOff x="0" y="0"/>
          <a:chExt cx="0" cy="0"/>
        </a:xfrm>
      </p:grpSpPr>
      <p:sp>
        <p:nvSpPr>
          <p:cNvPr id="1126" name="Google Shape;1126;g345a7425805_0_1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7" name="Google Shape;1127;g345a7425805_0_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90204"/>
              <a:buNone/>
            </a:pPr>
            <a:r>
              <a:rPr lang="en-GB">
                <a:solidFill>
                  <a:schemeClr val="dk1"/>
                </a:solidFill>
              </a:rPr>
              <a:t>Not enough data to support any trend of abuse investigation time over year</a:t>
            </a:r>
            <a:endParaRPr>
              <a:solidFill>
                <a:schemeClr val="dk1"/>
              </a:solidFill>
            </a:endParaRPr>
          </a:p>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4" name="Shape 1134"/>
        <p:cNvGrpSpPr/>
        <p:nvPr/>
      </p:nvGrpSpPr>
      <p:grpSpPr>
        <a:xfrm>
          <a:off x="0" y="0"/>
          <a:ext cx="0" cy="0"/>
          <a:chOff x="0" y="0"/>
          <a:chExt cx="0" cy="0"/>
        </a:xfrm>
      </p:grpSpPr>
      <p:sp>
        <p:nvSpPr>
          <p:cNvPr id="1135" name="Google Shape;1135;g3431fa4c61f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3431fa4c61f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Rights Violations (5 cases): These cases primarily involved denial of services and privacy issues. The affected individuals were mostly at mid-range needs levels (2-4), with investigations taking between 2 to 15 days. The data does not show any clear trends regarding when or why they occur.</a:t>
            </a:r>
            <a:endParaRPr lang="en-GB"/>
          </a:p>
          <a:p>
            <a:pPr marL="0" lvl="0" indent="0" algn="l" rtl="0">
              <a:spcBef>
                <a:spcPts val="0"/>
              </a:spcBef>
              <a:spcAft>
                <a:spcPts val="0"/>
              </a:spcAft>
              <a:buNone/>
            </a:pPr>
          </a:p>
          <a:p>
            <a:pPr marL="0" lvl="0" indent="0" algn="l" rtl="0">
              <a:spcBef>
                <a:spcPts val="0"/>
              </a:spcBef>
              <a:spcAft>
                <a:spcPts val="0"/>
              </a:spcAft>
              <a:buNone/>
            </a:pPr>
            <a:r>
              <a:rPr lang="en-GB"/>
              <a:t>Law Enforcement Activity (4 cases): A unique pattern emerged here—all cases were for the same individual (Erajah Sudduth-Jones, Needs Level 7). This raises questions about whether high-needs individuals receive adequate intervention before law enforcement is involved. Additionally, there were no internal investigations recorded, suggesting these cases were entirely handled by external authorities.</a:t>
            </a:r>
            <a:endParaRPr lang="en-GB"/>
          </a:p>
          <a:p>
            <a:pPr marL="0" lvl="0" indent="0" algn="l" rtl="0">
              <a:spcBef>
                <a:spcPts val="0"/>
              </a:spcBef>
              <a:spcAft>
                <a:spcPts val="0"/>
              </a:spcAft>
              <a:buNone/>
            </a:pPr>
          </a:p>
          <a:p>
            <a:pPr marL="0" lvl="0" indent="0" algn="l" rtl="0">
              <a:spcBef>
                <a:spcPts val="0"/>
              </a:spcBef>
              <a:spcAft>
                <a:spcPts val="0"/>
              </a:spcAft>
              <a:buNone/>
            </a:pPr>
            <a:r>
              <a:rPr lang="en-GB"/>
              <a:t>Site Closure (3 cases): These incidents were all related to loss of utilities, with no recorded investigation or response efforts in the dataset. This lack of follow-up could indicate a reporting gap or a lower prioritization of these cases.</a:t>
            </a:r>
            <a:endParaRPr lang="en-GB"/>
          </a:p>
          <a:p>
            <a:pPr marL="0" lvl="0" indent="0" algn="l" rtl="0">
              <a:spcBef>
                <a:spcPts val="0"/>
              </a:spcBef>
              <a:spcAft>
                <a:spcPts val="0"/>
              </a:spcAft>
              <a:buNone/>
            </a:pPr>
          </a:p>
          <a:p>
            <a:pPr marL="0" lvl="0" indent="0" algn="l" rtl="0">
              <a:spcBef>
                <a:spcPts val="0"/>
              </a:spcBef>
              <a:spcAft>
                <a:spcPts val="0"/>
              </a:spcAft>
              <a:buNone/>
            </a:pPr>
            <a:r>
              <a:rPr lang="en-GB"/>
              <a:t>Sexual Abuse (1 case): This was a single case categorized as rape. The affected individual had a Needs Level of 7 (the highest in our dataset), which might indicate vulnerability. Unlike other cases, this investigation was completed in just one day, possibly due to the severity of the situation.</a:t>
            </a:r>
            <a:endParaRPr lang="en-GB"/>
          </a:p>
          <a:p>
            <a:pPr marL="0" lvl="0" indent="0" algn="l" rtl="0">
              <a:spcBef>
                <a:spcPts val="0"/>
              </a:spcBef>
              <a:spcAft>
                <a:spcPts val="0"/>
              </a:spcAft>
              <a:buNone/>
            </a:pPr>
          </a:p>
          <a:p>
            <a:pPr marL="0" lvl="0" indent="0" algn="l" rtl="0">
              <a:spcBef>
                <a:spcPts val="0"/>
              </a:spcBef>
              <a:spcAft>
                <a:spcPts val="0"/>
              </a:spcAft>
              <a:buNone/>
            </a:pPr>
            <a:r>
              <a:rPr lang="en-GB"/>
              <a:t>Fire (1 case): This was an isolated incident with no recorded follow-up in the dataset, making it difficult to assess its impact or the response taken.</a:t>
            </a:r>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0" name="Shape 1140"/>
        <p:cNvGrpSpPr/>
        <p:nvPr/>
      </p:nvGrpSpPr>
      <p:grpSpPr>
        <a:xfrm>
          <a:off x="0" y="0"/>
          <a:ext cx="0" cy="0"/>
          <a:chOff x="0" y="0"/>
          <a:chExt cx="0" cy="0"/>
        </a:xfrm>
      </p:grpSpPr>
      <p:sp>
        <p:nvSpPr>
          <p:cNvPr id="1141" name="Google Shape;1141;g3413af0004d_2_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3413af0004d_2_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4" Type="http://schemas.openxmlformats.org/officeDocument/2006/relationships/hyperlink" Target="https://www.freepik.com/" TargetMode="External"/><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4" Type="http://schemas.openxmlformats.org/officeDocument/2006/relationships/hyperlink" Target="https://www.freepik.com/" TargetMode="External"/><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56" name="Google Shape;56;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7" name="Google Shape;57;p14"/>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8" name="Google Shape;58;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14"/>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0" name="Shape 60"/>
        <p:cNvGrpSpPr/>
        <p:nvPr/>
      </p:nvGrpSpPr>
      <p:grpSpPr>
        <a:xfrm>
          <a:off x="0" y="0"/>
          <a:ext cx="0" cy="0"/>
          <a:chOff x="0" y="0"/>
          <a:chExt cx="0" cy="0"/>
        </a:xfrm>
      </p:grpSpPr>
      <p:sp>
        <p:nvSpPr>
          <p:cNvPr id="61" name="Google Shape;61;p15"/>
          <p:cNvSpPr txBox="1"/>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a:spcBef>
                <a:spcPts val="0"/>
              </a:spcBef>
              <a:spcAft>
                <a:spcPts val="0"/>
              </a:spcAft>
              <a:buClr>
                <a:schemeClr val="accent4"/>
              </a:buClr>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2" name="Google Shape;62;p15"/>
          <p:cNvSpPr txBox="1"/>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7000">
                <a:solidFill>
                  <a:schemeClr val="accent1"/>
                </a:solidFill>
              </a:defRPr>
            </a:lvl1pPr>
            <a:lvl2pPr lvl="1" algn="ctr">
              <a:spcBef>
                <a:spcPts val="0"/>
              </a:spcBef>
              <a:spcAft>
                <a:spcPts val="0"/>
              </a:spcAft>
              <a:buSzPts val="6000"/>
              <a:buNone/>
              <a:defRPr sz="6000" b="1"/>
            </a:lvl2pPr>
            <a:lvl3pPr lvl="2" algn="ctr">
              <a:spcBef>
                <a:spcPts val="0"/>
              </a:spcBef>
              <a:spcAft>
                <a:spcPts val="0"/>
              </a:spcAft>
              <a:buSzPts val="6000"/>
              <a:buNone/>
              <a:defRPr sz="6000" b="1"/>
            </a:lvl3pPr>
            <a:lvl4pPr lvl="3" algn="ctr">
              <a:spcBef>
                <a:spcPts val="0"/>
              </a:spcBef>
              <a:spcAft>
                <a:spcPts val="0"/>
              </a:spcAft>
              <a:buSzPts val="6000"/>
              <a:buNone/>
              <a:defRPr sz="6000" b="1"/>
            </a:lvl4pPr>
            <a:lvl5pPr lvl="4" algn="ctr">
              <a:spcBef>
                <a:spcPts val="0"/>
              </a:spcBef>
              <a:spcAft>
                <a:spcPts val="0"/>
              </a:spcAft>
              <a:buSzPts val="6000"/>
              <a:buNone/>
              <a:defRPr sz="6000" b="1"/>
            </a:lvl5pPr>
            <a:lvl6pPr lvl="5" algn="ctr">
              <a:spcBef>
                <a:spcPts val="0"/>
              </a:spcBef>
              <a:spcAft>
                <a:spcPts val="0"/>
              </a:spcAft>
              <a:buSzPts val="6000"/>
              <a:buNone/>
              <a:defRPr sz="6000" b="1"/>
            </a:lvl6pPr>
            <a:lvl7pPr lvl="6" algn="ctr">
              <a:spcBef>
                <a:spcPts val="0"/>
              </a:spcBef>
              <a:spcAft>
                <a:spcPts val="0"/>
              </a:spcAft>
              <a:buSzPts val="6000"/>
              <a:buNone/>
              <a:defRPr sz="6000" b="1"/>
            </a:lvl7pPr>
            <a:lvl8pPr lvl="7" algn="ctr">
              <a:spcBef>
                <a:spcPts val="0"/>
              </a:spcBef>
              <a:spcAft>
                <a:spcPts val="0"/>
              </a:spcAft>
              <a:buSzPts val="6000"/>
              <a:buNone/>
              <a:defRPr sz="6000" b="1"/>
            </a:lvl8pPr>
            <a:lvl9pPr lvl="8" algn="ctr">
              <a:spcBef>
                <a:spcPts val="0"/>
              </a:spcBef>
              <a:spcAft>
                <a:spcPts val="0"/>
              </a:spcAft>
              <a:buSzPts val="6000"/>
              <a:buNone/>
              <a:defRPr sz="6000" b="1"/>
            </a:lvl9pPr>
          </a:lstStyle>
          <a:p>
            <a:r>
              <a:t>xx%</a:t>
            </a:r>
          </a:p>
        </p:txBody>
      </p:sp>
      <p:sp>
        <p:nvSpPr>
          <p:cNvPr id="63" name="Google Shape;63;p15"/>
          <p:cNvSpPr txBox="1"/>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64" name="Google Shape;64;p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5" name="Google Shape;65;p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6" name="Google Shape;66;p15"/>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7" name="Google Shape;67;p15"/>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8" name="Shape 68"/>
        <p:cNvGrpSpPr/>
        <p:nvPr/>
      </p:nvGrpSpPr>
      <p:grpSpPr>
        <a:xfrm>
          <a:off x="0" y="0"/>
          <a:ext cx="0" cy="0"/>
          <a:chOff x="0" y="0"/>
          <a:chExt cx="0" cy="0"/>
        </a:xfrm>
      </p:grpSpPr>
      <p:sp>
        <p:nvSpPr>
          <p:cNvPr id="69" name="Google Shape;69;p16"/>
          <p:cNvSpPr txBox="1"/>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0" name="Google Shape;70;p16"/>
          <p:cNvSpPr txBox="1"/>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p:txBody>
      </p:sp>
      <p:cxnSp>
        <p:nvCxnSpPr>
          <p:cNvPr id="71" name="Google Shape;71;p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2" name="Google Shape;72;p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3" name="Google Shape;73;p16"/>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74" name="Shape 74"/>
        <p:cNvGrpSpPr/>
        <p:nvPr/>
      </p:nvGrpSpPr>
      <p:grpSpPr>
        <a:xfrm>
          <a:off x="0" y="0"/>
          <a:ext cx="0" cy="0"/>
          <a:chOff x="0" y="0"/>
          <a:chExt cx="0" cy="0"/>
        </a:xfrm>
      </p:grpSpPr>
      <p:sp>
        <p:nvSpPr>
          <p:cNvPr id="75" name="Google Shape;75;p17"/>
          <p:cNvSpPr txBox="1"/>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6" name="Google Shape;76;p17"/>
          <p:cNvSpPr txBox="1"/>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SzPts val="2400"/>
              <a:buFont typeface="Vidaloka"/>
              <a:buNone/>
              <a:defRPr sz="2400" b="1">
                <a:latin typeface="Vidaloka"/>
                <a:ea typeface="Vidaloka"/>
                <a:cs typeface="Vidaloka"/>
                <a:sym typeface="Vidaloka"/>
              </a:defRPr>
            </a:lvl2pPr>
            <a:lvl3pPr lvl="2" algn="ctr">
              <a:spcBef>
                <a:spcPts val="0"/>
              </a:spcBef>
              <a:spcAft>
                <a:spcPts val="0"/>
              </a:spcAft>
              <a:buSzPts val="2400"/>
              <a:buFont typeface="Vidaloka"/>
              <a:buNone/>
              <a:defRPr sz="2400" b="1">
                <a:latin typeface="Vidaloka"/>
                <a:ea typeface="Vidaloka"/>
                <a:cs typeface="Vidaloka"/>
                <a:sym typeface="Vidaloka"/>
              </a:defRPr>
            </a:lvl3pPr>
            <a:lvl4pPr lvl="3" algn="ctr">
              <a:spcBef>
                <a:spcPts val="0"/>
              </a:spcBef>
              <a:spcAft>
                <a:spcPts val="0"/>
              </a:spcAft>
              <a:buSzPts val="2400"/>
              <a:buFont typeface="Vidaloka"/>
              <a:buNone/>
              <a:defRPr sz="2400" b="1">
                <a:latin typeface="Vidaloka"/>
                <a:ea typeface="Vidaloka"/>
                <a:cs typeface="Vidaloka"/>
                <a:sym typeface="Vidaloka"/>
              </a:defRPr>
            </a:lvl4pPr>
            <a:lvl5pPr lvl="4" algn="ctr">
              <a:spcBef>
                <a:spcPts val="0"/>
              </a:spcBef>
              <a:spcAft>
                <a:spcPts val="0"/>
              </a:spcAft>
              <a:buSzPts val="2400"/>
              <a:buFont typeface="Vidaloka"/>
              <a:buNone/>
              <a:defRPr sz="2400" b="1">
                <a:latin typeface="Vidaloka"/>
                <a:ea typeface="Vidaloka"/>
                <a:cs typeface="Vidaloka"/>
                <a:sym typeface="Vidaloka"/>
              </a:defRPr>
            </a:lvl5pPr>
            <a:lvl6pPr lvl="5" algn="ctr">
              <a:spcBef>
                <a:spcPts val="0"/>
              </a:spcBef>
              <a:spcAft>
                <a:spcPts val="0"/>
              </a:spcAft>
              <a:buSzPts val="2400"/>
              <a:buFont typeface="Vidaloka"/>
              <a:buNone/>
              <a:defRPr sz="2400" b="1">
                <a:latin typeface="Vidaloka"/>
                <a:ea typeface="Vidaloka"/>
                <a:cs typeface="Vidaloka"/>
                <a:sym typeface="Vidaloka"/>
              </a:defRPr>
            </a:lvl6pPr>
            <a:lvl7pPr lvl="6" algn="ctr">
              <a:spcBef>
                <a:spcPts val="0"/>
              </a:spcBef>
              <a:spcAft>
                <a:spcPts val="0"/>
              </a:spcAft>
              <a:buSzPts val="2400"/>
              <a:buFont typeface="Vidaloka"/>
              <a:buNone/>
              <a:defRPr sz="2400" b="1">
                <a:latin typeface="Vidaloka"/>
                <a:ea typeface="Vidaloka"/>
                <a:cs typeface="Vidaloka"/>
                <a:sym typeface="Vidaloka"/>
              </a:defRPr>
            </a:lvl7pPr>
            <a:lvl8pPr lvl="7" algn="ctr">
              <a:spcBef>
                <a:spcPts val="0"/>
              </a:spcBef>
              <a:spcAft>
                <a:spcPts val="0"/>
              </a:spcAft>
              <a:buSzPts val="2400"/>
              <a:buFont typeface="Vidaloka"/>
              <a:buNone/>
              <a:defRPr sz="2400" b="1">
                <a:latin typeface="Vidaloka"/>
                <a:ea typeface="Vidaloka"/>
                <a:cs typeface="Vidaloka"/>
                <a:sym typeface="Vidaloka"/>
              </a:defRPr>
            </a:lvl8pPr>
            <a:lvl9pPr lvl="8" algn="ctr">
              <a:spcBef>
                <a:spcPts val="0"/>
              </a:spcBef>
              <a:spcAft>
                <a:spcPts val="0"/>
              </a:spcAft>
              <a:buSzPts val="2400"/>
              <a:buFont typeface="Vidaloka"/>
              <a:buNone/>
              <a:defRPr sz="2400" b="1">
                <a:latin typeface="Vidaloka"/>
                <a:ea typeface="Vidaloka"/>
                <a:cs typeface="Vidaloka"/>
                <a:sym typeface="Vidaloka"/>
              </a:defRPr>
            </a:lvl9pPr>
          </a:lstStyle>
          <a:p/>
        </p:txBody>
      </p:sp>
      <p:sp>
        <p:nvSpPr>
          <p:cNvPr id="77" name="Google Shape;77;p17"/>
          <p:cNvSpPr txBox="1"/>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17"/>
          <p:cNvSpPr txBox="1"/>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SzPts val="2400"/>
              <a:buFont typeface="Vidaloka"/>
              <a:buNone/>
              <a:defRPr sz="2400" b="1">
                <a:latin typeface="Vidaloka"/>
                <a:ea typeface="Vidaloka"/>
                <a:cs typeface="Vidaloka"/>
                <a:sym typeface="Vidaloka"/>
              </a:defRPr>
            </a:lvl2pPr>
            <a:lvl3pPr lvl="2" algn="ctr">
              <a:spcBef>
                <a:spcPts val="0"/>
              </a:spcBef>
              <a:spcAft>
                <a:spcPts val="0"/>
              </a:spcAft>
              <a:buSzPts val="2400"/>
              <a:buFont typeface="Vidaloka"/>
              <a:buNone/>
              <a:defRPr sz="2400" b="1">
                <a:latin typeface="Vidaloka"/>
                <a:ea typeface="Vidaloka"/>
                <a:cs typeface="Vidaloka"/>
                <a:sym typeface="Vidaloka"/>
              </a:defRPr>
            </a:lvl3pPr>
            <a:lvl4pPr lvl="3" algn="ctr">
              <a:spcBef>
                <a:spcPts val="0"/>
              </a:spcBef>
              <a:spcAft>
                <a:spcPts val="0"/>
              </a:spcAft>
              <a:buSzPts val="2400"/>
              <a:buFont typeface="Vidaloka"/>
              <a:buNone/>
              <a:defRPr sz="2400" b="1">
                <a:latin typeface="Vidaloka"/>
                <a:ea typeface="Vidaloka"/>
                <a:cs typeface="Vidaloka"/>
                <a:sym typeface="Vidaloka"/>
              </a:defRPr>
            </a:lvl4pPr>
            <a:lvl5pPr lvl="4" algn="ctr">
              <a:spcBef>
                <a:spcPts val="0"/>
              </a:spcBef>
              <a:spcAft>
                <a:spcPts val="0"/>
              </a:spcAft>
              <a:buSzPts val="2400"/>
              <a:buFont typeface="Vidaloka"/>
              <a:buNone/>
              <a:defRPr sz="2400" b="1">
                <a:latin typeface="Vidaloka"/>
                <a:ea typeface="Vidaloka"/>
                <a:cs typeface="Vidaloka"/>
                <a:sym typeface="Vidaloka"/>
              </a:defRPr>
            </a:lvl5pPr>
            <a:lvl6pPr lvl="5" algn="ctr">
              <a:spcBef>
                <a:spcPts val="0"/>
              </a:spcBef>
              <a:spcAft>
                <a:spcPts val="0"/>
              </a:spcAft>
              <a:buSzPts val="2400"/>
              <a:buFont typeface="Vidaloka"/>
              <a:buNone/>
              <a:defRPr sz="2400" b="1">
                <a:latin typeface="Vidaloka"/>
                <a:ea typeface="Vidaloka"/>
                <a:cs typeface="Vidaloka"/>
                <a:sym typeface="Vidaloka"/>
              </a:defRPr>
            </a:lvl6pPr>
            <a:lvl7pPr lvl="6" algn="ctr">
              <a:spcBef>
                <a:spcPts val="0"/>
              </a:spcBef>
              <a:spcAft>
                <a:spcPts val="0"/>
              </a:spcAft>
              <a:buSzPts val="2400"/>
              <a:buFont typeface="Vidaloka"/>
              <a:buNone/>
              <a:defRPr sz="2400" b="1">
                <a:latin typeface="Vidaloka"/>
                <a:ea typeface="Vidaloka"/>
                <a:cs typeface="Vidaloka"/>
                <a:sym typeface="Vidaloka"/>
              </a:defRPr>
            </a:lvl7pPr>
            <a:lvl8pPr lvl="7" algn="ctr">
              <a:spcBef>
                <a:spcPts val="0"/>
              </a:spcBef>
              <a:spcAft>
                <a:spcPts val="0"/>
              </a:spcAft>
              <a:buSzPts val="2400"/>
              <a:buFont typeface="Vidaloka"/>
              <a:buNone/>
              <a:defRPr sz="2400" b="1">
                <a:latin typeface="Vidaloka"/>
                <a:ea typeface="Vidaloka"/>
                <a:cs typeface="Vidaloka"/>
                <a:sym typeface="Vidaloka"/>
              </a:defRPr>
            </a:lvl8pPr>
            <a:lvl9pPr lvl="8" algn="ctr">
              <a:spcBef>
                <a:spcPts val="0"/>
              </a:spcBef>
              <a:spcAft>
                <a:spcPts val="0"/>
              </a:spcAft>
              <a:buSzPts val="2400"/>
              <a:buFont typeface="Vidaloka"/>
              <a:buNone/>
              <a:defRPr sz="2400" b="1">
                <a:latin typeface="Vidaloka"/>
                <a:ea typeface="Vidaloka"/>
                <a:cs typeface="Vidaloka"/>
                <a:sym typeface="Vidaloka"/>
              </a:defRPr>
            </a:lvl9pPr>
          </a:lstStyle>
          <a:p/>
        </p:txBody>
      </p:sp>
      <p:sp>
        <p:nvSpPr>
          <p:cNvPr id="79" name="Google Shape;79;p17"/>
          <p:cNvSpPr txBox="1"/>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80" name="Google Shape;80;p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1" name="Google Shape;81;p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2" name="Google Shape;82;p17"/>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83" name="Shape 83"/>
        <p:cNvGrpSpPr/>
        <p:nvPr/>
      </p:nvGrpSpPr>
      <p:grpSpPr>
        <a:xfrm>
          <a:off x="0" y="0"/>
          <a:ext cx="0" cy="0"/>
          <a:chOff x="0" y="0"/>
          <a:chExt cx="0" cy="0"/>
        </a:xfrm>
      </p:grpSpPr>
      <p:sp>
        <p:nvSpPr>
          <p:cNvPr id="84" name="Google Shape;84;p18"/>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85" name="Google Shape;85;p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6" name="Google Shape;86;p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87" name="Shape 87"/>
        <p:cNvGrpSpPr/>
        <p:nvPr/>
      </p:nvGrpSpPr>
      <p:grpSpPr>
        <a:xfrm>
          <a:off x="0" y="0"/>
          <a:ext cx="0" cy="0"/>
          <a:chOff x="0" y="0"/>
          <a:chExt cx="0" cy="0"/>
        </a:xfrm>
      </p:grpSpPr>
      <p:sp>
        <p:nvSpPr>
          <p:cNvPr id="88" name="Google Shape;88;p19"/>
          <p:cNvSpPr txBox="1"/>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p:txBody>
      </p:sp>
      <p:sp>
        <p:nvSpPr>
          <p:cNvPr id="89" name="Google Shape;89;p19"/>
          <p:cNvSpPr txBox="1"/>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a:lnSpc>
                <a:spcPct val="166000"/>
              </a:lnSpc>
              <a:spcBef>
                <a:spcPts val="0"/>
              </a:spcBef>
              <a:spcAft>
                <a:spcPts val="0"/>
              </a:spcAft>
              <a:buClr>
                <a:schemeClr val="accent1"/>
              </a:buClr>
              <a:buSzPts val="1400"/>
              <a:buChar char="●"/>
              <a:defRPr sz="1400">
                <a:solidFill>
                  <a:srgbClr val="374957"/>
                </a:solidFill>
              </a:defRPr>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90" name="Google Shape;90;p19"/>
          <p:cNvSpPr txBox="1"/>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91" name="Google Shape;91;p1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2" name="Google Shape;92;p1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95" name="Google Shape;95;p2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6" name="Google Shape;96;p2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7" name="Google Shape;97;p20"/>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8" name="Google Shape;98;p20"/>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99" name="Shape 99"/>
        <p:cNvGrpSpPr/>
        <p:nvPr/>
      </p:nvGrpSpPr>
      <p:grpSpPr>
        <a:xfrm>
          <a:off x="0" y="0"/>
          <a:ext cx="0" cy="0"/>
          <a:chOff x="0" y="0"/>
          <a:chExt cx="0" cy="0"/>
        </a:xfrm>
      </p:grpSpPr>
      <p:sp>
        <p:nvSpPr>
          <p:cNvPr id="100" name="Google Shape;100;p21"/>
          <p:cNvSpPr txBox="1"/>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01" name="Google Shape;101;p21"/>
          <p:cNvSpPr txBox="1"/>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02" name="Google Shape;102;p2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3" name="Google Shape;103;p2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4" name="Google Shape;104;p21"/>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05" name="Shape 105"/>
        <p:cNvGrpSpPr/>
        <p:nvPr/>
      </p:nvGrpSpPr>
      <p:grpSpPr>
        <a:xfrm>
          <a:off x="0" y="0"/>
          <a:ext cx="0" cy="0"/>
          <a:chOff x="0" y="0"/>
          <a:chExt cx="0" cy="0"/>
        </a:xfrm>
      </p:grpSpPr>
      <p:sp>
        <p:nvSpPr>
          <p:cNvPr id="106" name="Google Shape;106;p22"/>
          <p:cNvSpPr txBox="1"/>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107" name="Google Shape;107;p2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8" name="Google Shape;108;p2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09" name="Google Shape;109;p22"/>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10" name="Shape 110"/>
        <p:cNvGrpSpPr/>
        <p:nvPr/>
      </p:nvGrpSpPr>
      <p:grpSpPr>
        <a:xfrm>
          <a:off x="0" y="0"/>
          <a:ext cx="0" cy="0"/>
          <a:chOff x="0" y="0"/>
          <a:chExt cx="0" cy="0"/>
        </a:xfrm>
      </p:grpSpPr>
      <p:sp>
        <p:nvSpPr>
          <p:cNvPr id="111" name="Google Shape;111;p23"/>
          <p:cNvSpPr txBox="1"/>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2" name="Google Shape;112;p23"/>
          <p:cNvSpPr txBox="1"/>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113" name="Google Shape;113;p2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4" name="Google Shape;114;p2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15" name="Google Shape;115;p2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16" name="Google Shape;116;p2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117" name="Shape 11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18" name="Shape 118"/>
        <p:cNvGrpSpPr/>
        <p:nvPr/>
      </p:nvGrpSpPr>
      <p:grpSpPr>
        <a:xfrm>
          <a:off x="0" y="0"/>
          <a:ext cx="0" cy="0"/>
          <a:chOff x="0" y="0"/>
          <a:chExt cx="0" cy="0"/>
        </a:xfrm>
      </p:grpSpPr>
      <p:sp>
        <p:nvSpPr>
          <p:cNvPr id="119" name="Google Shape;119;p25"/>
          <p:cNvSpPr txBox="1"/>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0" name="Google Shape;120;p25"/>
          <p:cNvSpPr txBox="1"/>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121" name="Google Shape;121;p25"/>
          <p:cNvSpPr txBox="1"/>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25"/>
          <p:cNvSpPr txBox="1"/>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123" name="Google Shape;123;p25"/>
          <p:cNvSpPr txBox="1"/>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4" name="Google Shape;124;p25"/>
          <p:cNvSpPr txBox="1"/>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125" name="Google Shape;125;p25"/>
          <p:cNvSpPr txBox="1"/>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6" name="Google Shape;126;p25"/>
          <p:cNvSpPr txBox="1"/>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127" name="Google Shape;127;p25"/>
          <p:cNvSpPr txBox="1"/>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8" name="Google Shape;128;p25"/>
          <p:cNvSpPr txBox="1"/>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129" name="Google Shape;129;p25"/>
          <p:cNvSpPr txBox="1"/>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130" name="Google Shape;130;p25"/>
          <p:cNvSpPr txBox="1"/>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131" name="Google Shape;131;p25"/>
          <p:cNvSpPr txBox="1"/>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cxnSp>
        <p:nvCxnSpPr>
          <p:cNvPr id="132" name="Google Shape;132;p2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33" name="Google Shape;133;p2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34" name="Shape 134"/>
        <p:cNvGrpSpPr/>
        <p:nvPr/>
      </p:nvGrpSpPr>
      <p:grpSpPr>
        <a:xfrm>
          <a:off x="0" y="0"/>
          <a:ext cx="0" cy="0"/>
          <a:chOff x="0" y="0"/>
          <a:chExt cx="0" cy="0"/>
        </a:xfrm>
      </p:grpSpPr>
      <p:sp>
        <p:nvSpPr>
          <p:cNvPr id="135" name="Google Shape;135;p26"/>
          <p:cNvSpPr txBox="1"/>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6" name="Google Shape;136;p26"/>
          <p:cNvSpPr txBox="1"/>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37" name="Google Shape;137;p26"/>
          <p:cNvSpPr txBox="1"/>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38" name="Google Shape;138;p26"/>
          <p:cNvSpPr txBox="1"/>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9" name="Google Shape;139;p26"/>
          <p:cNvSpPr txBox="1"/>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40" name="Google Shape;140;p26"/>
          <p:cNvSpPr txBox="1"/>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1" name="Google Shape;141;p26"/>
          <p:cNvSpPr txBox="1"/>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2" name="Google Shape;142;p26"/>
          <p:cNvSpPr txBox="1"/>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43" name="Google Shape;143;p26"/>
          <p:cNvSpPr txBox="1"/>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4" name="Google Shape;144;p26"/>
          <p:cNvSpPr txBox="1"/>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5" name="Google Shape;145;p26"/>
          <p:cNvSpPr txBox="1"/>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46" name="Google Shape;146;p26"/>
          <p:cNvSpPr txBox="1"/>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47" name="Google Shape;147;p26"/>
          <p:cNvSpPr txBox="1"/>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8" name="Google Shape;148;p26"/>
          <p:cNvSpPr txBox="1"/>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49" name="Google Shape;149;p26"/>
          <p:cNvSpPr txBox="1"/>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0" name="Google Shape;150;p26"/>
          <p:cNvSpPr txBox="1"/>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1" name="Google Shape;151;p26"/>
          <p:cNvSpPr txBox="1"/>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152" name="Google Shape;152;p26"/>
          <p:cNvSpPr txBox="1"/>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3" name="Google Shape;153;p26"/>
          <p:cNvSpPr txBox="1"/>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54" name="Google Shape;154;p2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5" name="Google Shape;155;p2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56" name="Google Shape;156;p2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57" name="Google Shape;157;p2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58" name="Shape 158"/>
        <p:cNvGrpSpPr/>
        <p:nvPr/>
      </p:nvGrpSpPr>
      <p:grpSpPr>
        <a:xfrm>
          <a:off x="0" y="0"/>
          <a:ext cx="0" cy="0"/>
          <a:chOff x="0" y="0"/>
          <a:chExt cx="0" cy="0"/>
        </a:xfrm>
      </p:grpSpPr>
      <p:sp>
        <p:nvSpPr>
          <p:cNvPr id="159" name="Google Shape;159;p27"/>
          <p:cNvSpPr txBox="1"/>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a:lvl1pPr>
            <a:lvl2pPr lvl="1" algn="ctr">
              <a:spcBef>
                <a:spcPts val="0"/>
              </a:spcBef>
              <a:spcAft>
                <a:spcPts val="0"/>
              </a:spcAft>
              <a:buSzPts val="4800"/>
              <a:buFont typeface="Crimson Text"/>
              <a:buNone/>
              <a:defRPr sz="4800">
                <a:latin typeface="Crimson Text"/>
                <a:ea typeface="Crimson Text"/>
                <a:cs typeface="Crimson Text"/>
                <a:sym typeface="Crimson Text"/>
              </a:defRPr>
            </a:lvl2pPr>
            <a:lvl3pPr lvl="2" algn="ctr">
              <a:spcBef>
                <a:spcPts val="0"/>
              </a:spcBef>
              <a:spcAft>
                <a:spcPts val="0"/>
              </a:spcAft>
              <a:buSzPts val="4800"/>
              <a:buFont typeface="Crimson Text"/>
              <a:buNone/>
              <a:defRPr sz="4800">
                <a:latin typeface="Crimson Text"/>
                <a:ea typeface="Crimson Text"/>
                <a:cs typeface="Crimson Text"/>
                <a:sym typeface="Crimson Text"/>
              </a:defRPr>
            </a:lvl3pPr>
            <a:lvl4pPr lvl="3" algn="ctr">
              <a:spcBef>
                <a:spcPts val="0"/>
              </a:spcBef>
              <a:spcAft>
                <a:spcPts val="0"/>
              </a:spcAft>
              <a:buSzPts val="4800"/>
              <a:buFont typeface="Crimson Text"/>
              <a:buNone/>
              <a:defRPr sz="4800">
                <a:latin typeface="Crimson Text"/>
                <a:ea typeface="Crimson Text"/>
                <a:cs typeface="Crimson Text"/>
                <a:sym typeface="Crimson Text"/>
              </a:defRPr>
            </a:lvl4pPr>
            <a:lvl5pPr lvl="4" algn="ctr">
              <a:spcBef>
                <a:spcPts val="0"/>
              </a:spcBef>
              <a:spcAft>
                <a:spcPts val="0"/>
              </a:spcAft>
              <a:buSzPts val="4800"/>
              <a:buFont typeface="Crimson Text"/>
              <a:buNone/>
              <a:defRPr sz="4800">
                <a:latin typeface="Crimson Text"/>
                <a:ea typeface="Crimson Text"/>
                <a:cs typeface="Crimson Text"/>
                <a:sym typeface="Crimson Text"/>
              </a:defRPr>
            </a:lvl5pPr>
            <a:lvl6pPr lvl="5" algn="ctr">
              <a:spcBef>
                <a:spcPts val="0"/>
              </a:spcBef>
              <a:spcAft>
                <a:spcPts val="0"/>
              </a:spcAft>
              <a:buSzPts val="4800"/>
              <a:buFont typeface="Crimson Text"/>
              <a:buNone/>
              <a:defRPr sz="4800">
                <a:latin typeface="Crimson Text"/>
                <a:ea typeface="Crimson Text"/>
                <a:cs typeface="Crimson Text"/>
                <a:sym typeface="Crimson Text"/>
              </a:defRPr>
            </a:lvl6pPr>
            <a:lvl7pPr lvl="6" algn="ctr">
              <a:spcBef>
                <a:spcPts val="0"/>
              </a:spcBef>
              <a:spcAft>
                <a:spcPts val="0"/>
              </a:spcAft>
              <a:buSzPts val="4800"/>
              <a:buFont typeface="Crimson Text"/>
              <a:buNone/>
              <a:defRPr sz="4800">
                <a:latin typeface="Crimson Text"/>
                <a:ea typeface="Crimson Text"/>
                <a:cs typeface="Crimson Text"/>
                <a:sym typeface="Crimson Text"/>
              </a:defRPr>
            </a:lvl7pPr>
            <a:lvl8pPr lvl="7" algn="ctr">
              <a:spcBef>
                <a:spcPts val="0"/>
              </a:spcBef>
              <a:spcAft>
                <a:spcPts val="0"/>
              </a:spcAft>
              <a:buSzPts val="4800"/>
              <a:buFont typeface="Crimson Text"/>
              <a:buNone/>
              <a:defRPr sz="4800">
                <a:latin typeface="Crimson Text"/>
                <a:ea typeface="Crimson Text"/>
                <a:cs typeface="Crimson Text"/>
                <a:sym typeface="Crimson Text"/>
              </a:defRPr>
            </a:lvl8pPr>
            <a:lvl9pPr lvl="8"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60" name="Google Shape;160;p27"/>
          <p:cNvSpPr txBox="1"/>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161" name="Google Shape;161;p2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2" name="Google Shape;162;p2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63" name="Shape 163"/>
        <p:cNvGrpSpPr/>
        <p:nvPr/>
      </p:nvGrpSpPr>
      <p:grpSpPr>
        <a:xfrm>
          <a:off x="0" y="0"/>
          <a:ext cx="0" cy="0"/>
          <a:chOff x="0" y="0"/>
          <a:chExt cx="0" cy="0"/>
        </a:xfrm>
      </p:grpSpPr>
      <p:sp>
        <p:nvSpPr>
          <p:cNvPr id="164" name="Google Shape;164;p28"/>
          <p:cNvSpPr txBox="1"/>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a:lvl1pPr>
            <a:lvl2pPr lvl="1" algn="ctr">
              <a:spcBef>
                <a:spcPts val="0"/>
              </a:spcBef>
              <a:spcAft>
                <a:spcPts val="0"/>
              </a:spcAft>
              <a:buSzPts val="4800"/>
              <a:buFont typeface="Crimson Text"/>
              <a:buNone/>
              <a:defRPr sz="4800">
                <a:latin typeface="Crimson Text"/>
                <a:ea typeface="Crimson Text"/>
                <a:cs typeface="Crimson Text"/>
                <a:sym typeface="Crimson Text"/>
              </a:defRPr>
            </a:lvl2pPr>
            <a:lvl3pPr lvl="2" algn="ctr">
              <a:spcBef>
                <a:spcPts val="0"/>
              </a:spcBef>
              <a:spcAft>
                <a:spcPts val="0"/>
              </a:spcAft>
              <a:buSzPts val="4800"/>
              <a:buFont typeface="Crimson Text"/>
              <a:buNone/>
              <a:defRPr sz="4800">
                <a:latin typeface="Crimson Text"/>
                <a:ea typeface="Crimson Text"/>
                <a:cs typeface="Crimson Text"/>
                <a:sym typeface="Crimson Text"/>
              </a:defRPr>
            </a:lvl3pPr>
            <a:lvl4pPr lvl="3" algn="ctr">
              <a:spcBef>
                <a:spcPts val="0"/>
              </a:spcBef>
              <a:spcAft>
                <a:spcPts val="0"/>
              </a:spcAft>
              <a:buSzPts val="4800"/>
              <a:buFont typeface="Crimson Text"/>
              <a:buNone/>
              <a:defRPr sz="4800">
                <a:latin typeface="Crimson Text"/>
                <a:ea typeface="Crimson Text"/>
                <a:cs typeface="Crimson Text"/>
                <a:sym typeface="Crimson Text"/>
              </a:defRPr>
            </a:lvl4pPr>
            <a:lvl5pPr lvl="4" algn="ctr">
              <a:spcBef>
                <a:spcPts val="0"/>
              </a:spcBef>
              <a:spcAft>
                <a:spcPts val="0"/>
              </a:spcAft>
              <a:buSzPts val="4800"/>
              <a:buFont typeface="Crimson Text"/>
              <a:buNone/>
              <a:defRPr sz="4800">
                <a:latin typeface="Crimson Text"/>
                <a:ea typeface="Crimson Text"/>
                <a:cs typeface="Crimson Text"/>
                <a:sym typeface="Crimson Text"/>
              </a:defRPr>
            </a:lvl5pPr>
            <a:lvl6pPr lvl="5" algn="ctr">
              <a:spcBef>
                <a:spcPts val="0"/>
              </a:spcBef>
              <a:spcAft>
                <a:spcPts val="0"/>
              </a:spcAft>
              <a:buSzPts val="4800"/>
              <a:buFont typeface="Crimson Text"/>
              <a:buNone/>
              <a:defRPr sz="4800">
                <a:latin typeface="Crimson Text"/>
                <a:ea typeface="Crimson Text"/>
                <a:cs typeface="Crimson Text"/>
                <a:sym typeface="Crimson Text"/>
              </a:defRPr>
            </a:lvl6pPr>
            <a:lvl7pPr lvl="6" algn="ctr">
              <a:spcBef>
                <a:spcPts val="0"/>
              </a:spcBef>
              <a:spcAft>
                <a:spcPts val="0"/>
              </a:spcAft>
              <a:buSzPts val="4800"/>
              <a:buFont typeface="Crimson Text"/>
              <a:buNone/>
              <a:defRPr sz="4800">
                <a:latin typeface="Crimson Text"/>
                <a:ea typeface="Crimson Text"/>
                <a:cs typeface="Crimson Text"/>
                <a:sym typeface="Crimson Text"/>
              </a:defRPr>
            </a:lvl7pPr>
            <a:lvl8pPr lvl="7" algn="ctr">
              <a:spcBef>
                <a:spcPts val="0"/>
              </a:spcBef>
              <a:spcAft>
                <a:spcPts val="0"/>
              </a:spcAft>
              <a:buSzPts val="4800"/>
              <a:buFont typeface="Crimson Text"/>
              <a:buNone/>
              <a:defRPr sz="4800">
                <a:latin typeface="Crimson Text"/>
                <a:ea typeface="Crimson Text"/>
                <a:cs typeface="Crimson Text"/>
                <a:sym typeface="Crimson Text"/>
              </a:defRPr>
            </a:lvl8pPr>
            <a:lvl9pPr lvl="8"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65" name="Google Shape;165;p28"/>
          <p:cNvSpPr txBox="1"/>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166" name="Google Shape;166;p2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7" name="Google Shape;167;p2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68" name="Google Shape;168;p2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69" name="Google Shape;169;p2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70" name="Shape 170"/>
        <p:cNvGrpSpPr/>
        <p:nvPr/>
      </p:nvGrpSpPr>
      <p:grpSpPr>
        <a:xfrm>
          <a:off x="0" y="0"/>
          <a:ext cx="0" cy="0"/>
          <a:chOff x="0" y="0"/>
          <a:chExt cx="0" cy="0"/>
        </a:xfrm>
      </p:grpSpPr>
      <p:sp>
        <p:nvSpPr>
          <p:cNvPr id="171" name="Google Shape;171;p29"/>
          <p:cNvSpPr txBox="1"/>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172" name="Google Shape;172;p29"/>
          <p:cNvSpPr txBox="1"/>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cxnSp>
        <p:nvCxnSpPr>
          <p:cNvPr id="173" name="Google Shape;173;p2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4" name="Google Shape;174;p2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75" name="Google Shape;175;p2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76" name="Google Shape;176;p2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77" name="Shape 177"/>
        <p:cNvGrpSpPr/>
        <p:nvPr/>
      </p:nvGrpSpPr>
      <p:grpSpPr>
        <a:xfrm>
          <a:off x="0" y="0"/>
          <a:ext cx="0" cy="0"/>
          <a:chOff x="0" y="0"/>
          <a:chExt cx="0" cy="0"/>
        </a:xfrm>
      </p:grpSpPr>
      <p:sp>
        <p:nvSpPr>
          <p:cNvPr id="178" name="Google Shape;178;p30"/>
          <p:cNvSpPr txBox="1"/>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a:spcBef>
                <a:spcPts val="0"/>
              </a:spcBef>
              <a:spcAft>
                <a:spcPts val="0"/>
              </a:spcAft>
              <a:buSzPts val="9000"/>
              <a:buNone/>
              <a:defRPr sz="90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
        <p:nvSpPr>
          <p:cNvPr id="179" name="Google Shape;179;p30"/>
          <p:cNvSpPr txBox="1"/>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cxnSp>
        <p:nvCxnSpPr>
          <p:cNvPr id="180" name="Google Shape;180;p3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1" name="Google Shape;181;p3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82" name="Shape 182"/>
        <p:cNvGrpSpPr/>
        <p:nvPr/>
      </p:nvGrpSpPr>
      <p:grpSpPr>
        <a:xfrm>
          <a:off x="0" y="0"/>
          <a:ext cx="0" cy="0"/>
          <a:chOff x="0" y="0"/>
          <a:chExt cx="0" cy="0"/>
        </a:xfrm>
      </p:grpSpPr>
      <p:sp>
        <p:nvSpPr>
          <p:cNvPr id="183" name="Google Shape;183;p31"/>
          <p:cNvSpPr txBox="1"/>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a:spcBef>
                <a:spcPts val="0"/>
              </a:spcBef>
              <a:spcAft>
                <a:spcPts val="0"/>
              </a:spcAft>
              <a:buSzPts val="9000"/>
              <a:buNone/>
              <a:defRPr sz="90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sp>
        <p:nvSpPr>
          <p:cNvPr id="184" name="Google Shape;184;p31"/>
          <p:cNvSpPr txBox="1"/>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cxnSp>
        <p:nvCxnSpPr>
          <p:cNvPr id="185" name="Google Shape;185;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6" name="Google Shape;186;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87" name="Google Shape;187;p3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8" name="Google Shape;188;p3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89" name="Google Shape;189;p31"/>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0" name="Google Shape;190;p31"/>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91" name="Shape 191"/>
        <p:cNvGrpSpPr/>
        <p:nvPr/>
      </p:nvGrpSpPr>
      <p:grpSpPr>
        <a:xfrm>
          <a:off x="0" y="0"/>
          <a:ext cx="0" cy="0"/>
          <a:chOff x="0" y="0"/>
          <a:chExt cx="0" cy="0"/>
        </a:xfrm>
      </p:grpSpPr>
      <p:sp>
        <p:nvSpPr>
          <p:cNvPr id="192" name="Google Shape;192;p32"/>
          <p:cNvSpPr txBox="1"/>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a:spcBef>
                <a:spcPts val="0"/>
              </a:spcBef>
              <a:spcAft>
                <a:spcPts val="0"/>
              </a:spcAft>
              <a:buClr>
                <a:schemeClr val="accent4"/>
              </a:buClr>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3" name="Google Shape;193;p32"/>
          <p:cNvSpPr txBox="1"/>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a:spcBef>
                <a:spcPts val="0"/>
              </a:spcBef>
              <a:spcAft>
                <a:spcPts val="0"/>
              </a:spcAft>
              <a:buSzPts val="6000"/>
              <a:buNone/>
              <a:defRPr sz="7000">
                <a:solidFill>
                  <a:schemeClr val="accent1"/>
                </a:solidFill>
              </a:defRPr>
            </a:lvl1pPr>
            <a:lvl2pPr lvl="1" algn="ctr">
              <a:spcBef>
                <a:spcPts val="0"/>
              </a:spcBef>
              <a:spcAft>
                <a:spcPts val="0"/>
              </a:spcAft>
              <a:buSzPts val="6000"/>
              <a:buNone/>
              <a:defRPr sz="6000" b="1"/>
            </a:lvl2pPr>
            <a:lvl3pPr lvl="2" algn="ctr">
              <a:spcBef>
                <a:spcPts val="0"/>
              </a:spcBef>
              <a:spcAft>
                <a:spcPts val="0"/>
              </a:spcAft>
              <a:buSzPts val="6000"/>
              <a:buNone/>
              <a:defRPr sz="6000" b="1"/>
            </a:lvl3pPr>
            <a:lvl4pPr lvl="3" algn="ctr">
              <a:spcBef>
                <a:spcPts val="0"/>
              </a:spcBef>
              <a:spcAft>
                <a:spcPts val="0"/>
              </a:spcAft>
              <a:buSzPts val="6000"/>
              <a:buNone/>
              <a:defRPr sz="6000" b="1"/>
            </a:lvl4pPr>
            <a:lvl5pPr lvl="4" algn="ctr">
              <a:spcBef>
                <a:spcPts val="0"/>
              </a:spcBef>
              <a:spcAft>
                <a:spcPts val="0"/>
              </a:spcAft>
              <a:buSzPts val="6000"/>
              <a:buNone/>
              <a:defRPr sz="6000" b="1"/>
            </a:lvl5pPr>
            <a:lvl6pPr lvl="5" algn="ctr">
              <a:spcBef>
                <a:spcPts val="0"/>
              </a:spcBef>
              <a:spcAft>
                <a:spcPts val="0"/>
              </a:spcAft>
              <a:buSzPts val="6000"/>
              <a:buNone/>
              <a:defRPr sz="6000" b="1"/>
            </a:lvl6pPr>
            <a:lvl7pPr lvl="6" algn="ctr">
              <a:spcBef>
                <a:spcPts val="0"/>
              </a:spcBef>
              <a:spcAft>
                <a:spcPts val="0"/>
              </a:spcAft>
              <a:buSzPts val="6000"/>
              <a:buNone/>
              <a:defRPr sz="6000" b="1"/>
            </a:lvl7pPr>
            <a:lvl8pPr lvl="7" algn="ctr">
              <a:spcBef>
                <a:spcPts val="0"/>
              </a:spcBef>
              <a:spcAft>
                <a:spcPts val="0"/>
              </a:spcAft>
              <a:buSzPts val="6000"/>
              <a:buNone/>
              <a:defRPr sz="6000" b="1"/>
            </a:lvl8pPr>
            <a:lvl9pPr lvl="8" algn="ctr">
              <a:spcBef>
                <a:spcPts val="0"/>
              </a:spcBef>
              <a:spcAft>
                <a:spcPts val="0"/>
              </a:spcAft>
              <a:buSzPts val="6000"/>
              <a:buNone/>
              <a:defRPr sz="6000" b="1"/>
            </a:lvl9pPr>
          </a:lstStyle>
          <a:p>
            <a:r>
              <a:t>xx%</a:t>
            </a:r>
          </a:p>
        </p:txBody>
      </p:sp>
      <p:sp>
        <p:nvSpPr>
          <p:cNvPr id="194" name="Google Shape;194;p32"/>
          <p:cNvSpPr txBox="1"/>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195" name="Google Shape;195;p32"/>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6" name="Google Shape;196;p32"/>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97" name="Google Shape;197;p32"/>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98" name="Google Shape;198;p32"/>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99" name="Shape 199"/>
        <p:cNvGrpSpPr/>
        <p:nvPr/>
      </p:nvGrpSpPr>
      <p:grpSpPr>
        <a:xfrm>
          <a:off x="0" y="0"/>
          <a:ext cx="0" cy="0"/>
          <a:chOff x="0" y="0"/>
          <a:chExt cx="0" cy="0"/>
        </a:xfrm>
      </p:grpSpPr>
      <p:sp>
        <p:nvSpPr>
          <p:cNvPr id="200" name="Google Shape;200;p33"/>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201" name="Google Shape;201;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2" name="Google Shape;202;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3" name="Google Shape;203;p33"/>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204" name="Shape 204"/>
        <p:cNvGrpSpPr/>
        <p:nvPr/>
      </p:nvGrpSpPr>
      <p:grpSpPr>
        <a:xfrm>
          <a:off x="0" y="0"/>
          <a:ext cx="0" cy="0"/>
          <a:chOff x="0" y="0"/>
          <a:chExt cx="0" cy="0"/>
        </a:xfrm>
      </p:grpSpPr>
      <p:cxnSp>
        <p:nvCxnSpPr>
          <p:cNvPr id="205" name="Google Shape;205;p3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6" name="Google Shape;206;p3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07" name="Google Shape;207;p3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8" name="Google Shape;208;p3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09" name="Google Shape;209;p3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10" name="Google Shape;210;p3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211" name="Google Shape;211;p34"/>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212" name="Shape 212"/>
        <p:cNvGrpSpPr/>
        <p:nvPr/>
      </p:nvGrpSpPr>
      <p:grpSpPr>
        <a:xfrm>
          <a:off x="0" y="0"/>
          <a:ext cx="0" cy="0"/>
          <a:chOff x="0" y="0"/>
          <a:chExt cx="0" cy="0"/>
        </a:xfrm>
      </p:grpSpPr>
      <p:sp>
        <p:nvSpPr>
          <p:cNvPr id="213" name="Google Shape;213;p35"/>
          <p:cNvSpPr txBox="1"/>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4" name="Google Shape;214;p35"/>
          <p:cNvSpPr txBox="1"/>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215" name="Google Shape;215;p35"/>
          <p:cNvSpPr txBox="1"/>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6" name="Google Shape;216;p35"/>
          <p:cNvSpPr txBox="1"/>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217" name="Google Shape;217;p35"/>
          <p:cNvSpPr txBox="1"/>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8" name="Google Shape;218;p35"/>
          <p:cNvSpPr txBox="1"/>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219" name="Google Shape;219;p35"/>
          <p:cNvSpPr txBox="1"/>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0" name="Google Shape;220;p35"/>
          <p:cNvSpPr txBox="1"/>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221" name="Google Shape;221;p35"/>
          <p:cNvSpPr txBox="1"/>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222" name="Google Shape;222;p3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3" name="Google Shape;223;p3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224" name="Shape 224"/>
        <p:cNvGrpSpPr/>
        <p:nvPr/>
      </p:nvGrpSpPr>
      <p:grpSpPr>
        <a:xfrm>
          <a:off x="0" y="0"/>
          <a:ext cx="0" cy="0"/>
          <a:chOff x="0" y="0"/>
          <a:chExt cx="0" cy="0"/>
        </a:xfrm>
      </p:grpSpPr>
      <p:cxnSp>
        <p:nvCxnSpPr>
          <p:cNvPr id="225" name="Google Shape;225;p3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6" name="Google Shape;226;p3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27" name="Google Shape;227;p3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28" name="Google Shape;228;p3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229" name="Google Shape;229;p36"/>
          <p:cNvSpPr txBox="1"/>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230" name="Shape 230"/>
        <p:cNvGrpSpPr/>
        <p:nvPr/>
      </p:nvGrpSpPr>
      <p:grpSpPr>
        <a:xfrm>
          <a:off x="0" y="0"/>
          <a:ext cx="0" cy="0"/>
          <a:chOff x="0" y="0"/>
          <a:chExt cx="0" cy="0"/>
        </a:xfrm>
      </p:grpSpPr>
      <p:sp>
        <p:nvSpPr>
          <p:cNvPr id="231" name="Google Shape;231;p37"/>
          <p:cNvSpPr txBox="1"/>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a:spcBef>
                <a:spcPts val="0"/>
              </a:spcBef>
              <a:spcAft>
                <a:spcPts val="0"/>
              </a:spcAft>
              <a:buSzPts val="12000"/>
              <a:buNone/>
              <a:defRPr sz="12000">
                <a:solidFill>
                  <a:schemeClr val="accent1"/>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232" name="Google Shape;232;p37"/>
          <p:cNvSpPr txBox="1"/>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cxnSp>
        <p:nvCxnSpPr>
          <p:cNvPr id="233" name="Google Shape;233;p3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237" name="Shape 237"/>
        <p:cNvGrpSpPr/>
        <p:nvPr/>
      </p:nvGrpSpPr>
      <p:grpSpPr>
        <a:xfrm>
          <a:off x="0" y="0"/>
          <a:ext cx="0" cy="0"/>
          <a:chOff x="0" y="0"/>
          <a:chExt cx="0" cy="0"/>
        </a:xfrm>
      </p:grpSpPr>
      <p:sp>
        <p:nvSpPr>
          <p:cNvPr id="238" name="Google Shape;238;p38"/>
          <p:cNvSpPr txBox="1"/>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9" name="Google Shape;239;p38"/>
          <p:cNvSpPr txBox="1"/>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7000">
                <a:solidFill>
                  <a:schemeClr val="accent1"/>
                </a:solidFill>
              </a:defRPr>
            </a:lvl1pPr>
            <a:lvl2pPr lvl="1">
              <a:spcBef>
                <a:spcPts val="0"/>
              </a:spcBef>
              <a:spcAft>
                <a:spcPts val="0"/>
              </a:spcAft>
              <a:buSzPts val="6000"/>
              <a:buNone/>
              <a:defRPr sz="6000" b="1"/>
            </a:lvl2pPr>
            <a:lvl3pPr lvl="2">
              <a:spcBef>
                <a:spcPts val="0"/>
              </a:spcBef>
              <a:spcAft>
                <a:spcPts val="0"/>
              </a:spcAft>
              <a:buSzPts val="6000"/>
              <a:buNone/>
              <a:defRPr sz="6000" b="1"/>
            </a:lvl3pPr>
            <a:lvl4pPr lvl="3">
              <a:spcBef>
                <a:spcPts val="0"/>
              </a:spcBef>
              <a:spcAft>
                <a:spcPts val="0"/>
              </a:spcAft>
              <a:buSzPts val="6000"/>
              <a:buNone/>
              <a:defRPr sz="6000" b="1"/>
            </a:lvl4pPr>
            <a:lvl5pPr lvl="4">
              <a:spcBef>
                <a:spcPts val="0"/>
              </a:spcBef>
              <a:spcAft>
                <a:spcPts val="0"/>
              </a:spcAft>
              <a:buSzPts val="6000"/>
              <a:buNone/>
              <a:defRPr sz="6000" b="1"/>
            </a:lvl5pPr>
            <a:lvl6pPr lvl="5">
              <a:spcBef>
                <a:spcPts val="0"/>
              </a:spcBef>
              <a:spcAft>
                <a:spcPts val="0"/>
              </a:spcAft>
              <a:buSzPts val="6000"/>
              <a:buNone/>
              <a:defRPr sz="6000" b="1"/>
            </a:lvl6pPr>
            <a:lvl7pPr lvl="6">
              <a:spcBef>
                <a:spcPts val="0"/>
              </a:spcBef>
              <a:spcAft>
                <a:spcPts val="0"/>
              </a:spcAft>
              <a:buSzPts val="6000"/>
              <a:buNone/>
              <a:defRPr sz="6000" b="1"/>
            </a:lvl7pPr>
            <a:lvl8pPr lvl="7">
              <a:spcBef>
                <a:spcPts val="0"/>
              </a:spcBef>
              <a:spcAft>
                <a:spcPts val="0"/>
              </a:spcAft>
              <a:buSzPts val="6000"/>
              <a:buNone/>
              <a:defRPr sz="6000" b="1"/>
            </a:lvl8pPr>
            <a:lvl9pPr lvl="8">
              <a:spcBef>
                <a:spcPts val="0"/>
              </a:spcBef>
              <a:spcAft>
                <a:spcPts val="0"/>
              </a:spcAft>
              <a:buSzPts val="6000"/>
              <a:buNone/>
              <a:defRPr sz="6000" b="1"/>
            </a:lvl9pPr>
          </a:lstStyle>
          <a:p>
            <a:r>
              <a:t>xx%</a:t>
            </a:r>
          </a:p>
        </p:txBody>
      </p:sp>
      <p:sp>
        <p:nvSpPr>
          <p:cNvPr id="240" name="Google Shape;240;p38"/>
          <p:cNvSpPr txBox="1"/>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41" name="Google Shape;241;p3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2" name="Google Shape;242;p3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3" name="Google Shape;243;p38"/>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244" name="Shape 244"/>
        <p:cNvGrpSpPr/>
        <p:nvPr/>
      </p:nvGrpSpPr>
      <p:grpSpPr>
        <a:xfrm>
          <a:off x="0" y="0"/>
          <a:ext cx="0" cy="0"/>
          <a:chOff x="0" y="0"/>
          <a:chExt cx="0" cy="0"/>
        </a:xfrm>
      </p:grpSpPr>
      <p:sp>
        <p:nvSpPr>
          <p:cNvPr id="245" name="Google Shape;245;p39"/>
          <p:cNvSpPr txBox="1"/>
          <p:nvPr>
            <p:ph type="title"/>
          </p:nvPr>
        </p:nvSpPr>
        <p:spPr>
          <a:xfrm>
            <a:off x="4373850" y="944250"/>
            <a:ext cx="2475300" cy="6489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46" name="Google Shape;246;p39"/>
          <p:cNvSpPr txBox="1"/>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a:spcBef>
                <a:spcPts val="0"/>
              </a:spcBef>
              <a:spcAft>
                <a:spcPts val="0"/>
              </a:spcAft>
              <a:buSzPts val="6000"/>
              <a:buNone/>
              <a:defRPr sz="7000">
                <a:solidFill>
                  <a:schemeClr val="accent1"/>
                </a:solidFill>
              </a:defRPr>
            </a:lvl1pPr>
            <a:lvl2pPr lvl="1">
              <a:spcBef>
                <a:spcPts val="0"/>
              </a:spcBef>
              <a:spcAft>
                <a:spcPts val="0"/>
              </a:spcAft>
              <a:buSzPts val="6000"/>
              <a:buNone/>
              <a:defRPr sz="6000" b="1"/>
            </a:lvl2pPr>
            <a:lvl3pPr lvl="2">
              <a:spcBef>
                <a:spcPts val="0"/>
              </a:spcBef>
              <a:spcAft>
                <a:spcPts val="0"/>
              </a:spcAft>
              <a:buSzPts val="6000"/>
              <a:buNone/>
              <a:defRPr sz="6000" b="1"/>
            </a:lvl3pPr>
            <a:lvl4pPr lvl="3">
              <a:spcBef>
                <a:spcPts val="0"/>
              </a:spcBef>
              <a:spcAft>
                <a:spcPts val="0"/>
              </a:spcAft>
              <a:buSzPts val="6000"/>
              <a:buNone/>
              <a:defRPr sz="6000" b="1"/>
            </a:lvl4pPr>
            <a:lvl5pPr lvl="4">
              <a:spcBef>
                <a:spcPts val="0"/>
              </a:spcBef>
              <a:spcAft>
                <a:spcPts val="0"/>
              </a:spcAft>
              <a:buSzPts val="6000"/>
              <a:buNone/>
              <a:defRPr sz="6000" b="1"/>
            </a:lvl5pPr>
            <a:lvl6pPr lvl="5">
              <a:spcBef>
                <a:spcPts val="0"/>
              </a:spcBef>
              <a:spcAft>
                <a:spcPts val="0"/>
              </a:spcAft>
              <a:buSzPts val="6000"/>
              <a:buNone/>
              <a:defRPr sz="6000" b="1"/>
            </a:lvl6pPr>
            <a:lvl7pPr lvl="6">
              <a:spcBef>
                <a:spcPts val="0"/>
              </a:spcBef>
              <a:spcAft>
                <a:spcPts val="0"/>
              </a:spcAft>
              <a:buSzPts val="6000"/>
              <a:buNone/>
              <a:defRPr sz="6000" b="1"/>
            </a:lvl7pPr>
            <a:lvl8pPr lvl="7">
              <a:spcBef>
                <a:spcPts val="0"/>
              </a:spcBef>
              <a:spcAft>
                <a:spcPts val="0"/>
              </a:spcAft>
              <a:buSzPts val="6000"/>
              <a:buNone/>
              <a:defRPr sz="6000" b="1"/>
            </a:lvl8pPr>
            <a:lvl9pPr lvl="8">
              <a:spcBef>
                <a:spcPts val="0"/>
              </a:spcBef>
              <a:spcAft>
                <a:spcPts val="0"/>
              </a:spcAft>
              <a:buSzPts val="6000"/>
              <a:buNone/>
              <a:defRPr sz="6000" b="1"/>
            </a:lvl9pPr>
          </a:lstStyle>
          <a:p>
            <a:r>
              <a:t>xx%</a:t>
            </a:r>
          </a:p>
        </p:txBody>
      </p:sp>
      <p:sp>
        <p:nvSpPr>
          <p:cNvPr id="247" name="Google Shape;247;p39"/>
          <p:cNvSpPr txBox="1"/>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48" name="Google Shape;248;p3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9" name="Google Shape;249;p3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0" name="Google Shape;250;p3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1" name="Google Shape;251;p3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2" name="Google Shape;252;p3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53" name="Google Shape;253;p3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254" name="Shape 254"/>
        <p:cNvGrpSpPr/>
        <p:nvPr/>
      </p:nvGrpSpPr>
      <p:grpSpPr>
        <a:xfrm>
          <a:off x="0" y="0"/>
          <a:ext cx="0" cy="0"/>
          <a:chOff x="0" y="0"/>
          <a:chExt cx="0" cy="0"/>
        </a:xfrm>
      </p:grpSpPr>
      <p:sp>
        <p:nvSpPr>
          <p:cNvPr id="255" name="Google Shape;255;p40"/>
          <p:cNvSpPr txBox="1"/>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6" name="Google Shape;256;p40"/>
          <p:cNvSpPr txBox="1"/>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cxnSp>
        <p:nvCxnSpPr>
          <p:cNvPr id="257" name="Google Shape;257;p4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8" name="Google Shape;258;p4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59" name="Google Shape;259;p40"/>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260" name="Shape 260"/>
        <p:cNvGrpSpPr/>
        <p:nvPr/>
      </p:nvGrpSpPr>
      <p:grpSpPr>
        <a:xfrm>
          <a:off x="0" y="0"/>
          <a:ext cx="0" cy="0"/>
          <a:chOff x="0" y="0"/>
          <a:chExt cx="0" cy="0"/>
        </a:xfrm>
      </p:grpSpPr>
      <p:sp>
        <p:nvSpPr>
          <p:cNvPr id="261" name="Google Shape;261;p41"/>
          <p:cNvSpPr txBox="1"/>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2" name="Google Shape;262;p41"/>
          <p:cNvSpPr txBox="1"/>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400">
                <a:solidFill>
                  <a:schemeClr val="dk1"/>
                </a:solidFill>
              </a:defRPr>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cxnSp>
        <p:nvCxnSpPr>
          <p:cNvPr id="263" name="Google Shape;263;p4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64" name="Google Shape;264;p4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65" name="Google Shape;265;p4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66" name="Google Shape;266;p4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67" name="Google Shape;267;p41"/>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68" name="Google Shape;268;p41"/>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269" name="Shape 269"/>
        <p:cNvGrpSpPr/>
        <p:nvPr/>
      </p:nvGrpSpPr>
      <p:grpSpPr>
        <a:xfrm>
          <a:off x="0" y="0"/>
          <a:ext cx="0" cy="0"/>
          <a:chOff x="0" y="0"/>
          <a:chExt cx="0" cy="0"/>
        </a:xfrm>
      </p:grpSpPr>
      <p:sp>
        <p:nvSpPr>
          <p:cNvPr id="270" name="Google Shape;270;p42"/>
          <p:cNvSpPr txBox="1"/>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71" name="Google Shape;271;p42"/>
          <p:cNvSpPr txBox="1"/>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2" name="Google Shape;272;p42"/>
          <p:cNvSpPr txBox="1"/>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73" name="Google Shape;273;p42"/>
          <p:cNvSpPr txBox="1"/>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4" name="Google Shape;274;p42"/>
          <p:cNvSpPr txBox="1"/>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75" name="Google Shape;275;p42"/>
          <p:cNvSpPr txBox="1"/>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6" name="Google Shape;276;p42"/>
          <p:cNvSpPr txBox="1"/>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7" name="Google Shape;277;p4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78" name="Google Shape;278;p4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279" name="Shape 279"/>
        <p:cNvGrpSpPr/>
        <p:nvPr/>
      </p:nvGrpSpPr>
      <p:grpSpPr>
        <a:xfrm>
          <a:off x="0" y="0"/>
          <a:ext cx="0" cy="0"/>
          <a:chOff x="0" y="0"/>
          <a:chExt cx="0" cy="0"/>
        </a:xfrm>
      </p:grpSpPr>
      <p:sp>
        <p:nvSpPr>
          <p:cNvPr id="280" name="Google Shape;280;p43"/>
          <p:cNvSpPr txBox="1"/>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81" name="Google Shape;281;p43"/>
          <p:cNvSpPr txBox="1"/>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2" name="Google Shape;282;p43"/>
          <p:cNvSpPr txBox="1"/>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83" name="Google Shape;283;p43"/>
          <p:cNvSpPr txBox="1"/>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4" name="Google Shape;284;p43"/>
          <p:cNvSpPr txBox="1"/>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85" name="Google Shape;285;p43"/>
          <p:cNvSpPr txBox="1"/>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6" name="Google Shape;286;p43"/>
          <p:cNvSpPr txBox="1"/>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87" name="Google Shape;287;p43"/>
          <p:cNvSpPr txBox="1"/>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88" name="Google Shape;288;p43"/>
          <p:cNvSpPr txBox="1"/>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9" name="Google Shape;289;p43"/>
          <p:cNvSpPr txBox="1"/>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0" name="Google Shape;290;p43"/>
          <p:cNvSpPr txBox="1"/>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1" name="Google Shape;291;p43"/>
          <p:cNvSpPr txBox="1"/>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92" name="Google Shape;292;p43"/>
          <p:cNvSpPr txBox="1"/>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293" name="Google Shape;293;p4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94" name="Google Shape;294;p4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95" name="Google Shape;295;p4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96" name="Google Shape;296;p4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297" name="Shape 297"/>
        <p:cNvGrpSpPr/>
        <p:nvPr/>
      </p:nvGrpSpPr>
      <p:grpSpPr>
        <a:xfrm>
          <a:off x="0" y="0"/>
          <a:ext cx="0" cy="0"/>
          <a:chOff x="0" y="0"/>
          <a:chExt cx="0" cy="0"/>
        </a:xfrm>
      </p:grpSpPr>
      <p:sp>
        <p:nvSpPr>
          <p:cNvPr id="298" name="Google Shape;298;p44"/>
          <p:cNvSpPr txBox="1"/>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99" name="Google Shape;299;p44"/>
          <p:cNvSpPr txBox="1"/>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0" name="Google Shape;300;p44"/>
          <p:cNvSpPr txBox="1"/>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01" name="Google Shape;301;p44"/>
          <p:cNvSpPr txBox="1"/>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2" name="Google Shape;302;p44"/>
          <p:cNvSpPr txBox="1"/>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03" name="Google Shape;303;p44"/>
          <p:cNvSpPr txBox="1"/>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4" name="Google Shape;304;p44"/>
          <p:cNvSpPr txBox="1"/>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05" name="Google Shape;305;p44"/>
          <p:cNvSpPr txBox="1"/>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6" name="Google Shape;306;p44"/>
          <p:cNvSpPr txBox="1"/>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07" name="Google Shape;307;p44"/>
          <p:cNvSpPr txBox="1"/>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08" name="Google Shape;308;p44"/>
          <p:cNvSpPr txBox="1"/>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09" name="Google Shape;309;p44"/>
          <p:cNvSpPr txBox="1"/>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0" name="Google Shape;310;p44"/>
          <p:cNvSpPr txBox="1"/>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1" name="Google Shape;311;p4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12" name="Google Shape;312;p4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313" name="Shape 313"/>
        <p:cNvGrpSpPr/>
        <p:nvPr/>
      </p:nvGrpSpPr>
      <p:grpSpPr>
        <a:xfrm>
          <a:off x="0" y="0"/>
          <a:ext cx="0" cy="0"/>
          <a:chOff x="0" y="0"/>
          <a:chExt cx="0" cy="0"/>
        </a:xfrm>
      </p:grpSpPr>
      <p:sp>
        <p:nvSpPr>
          <p:cNvPr id="314" name="Google Shape;314;p45"/>
          <p:cNvSpPr txBox="1"/>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15" name="Google Shape;315;p45"/>
          <p:cNvSpPr txBox="1"/>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6" name="Google Shape;316;p45"/>
          <p:cNvSpPr txBox="1"/>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17" name="Google Shape;317;p45"/>
          <p:cNvSpPr txBox="1"/>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8" name="Google Shape;318;p45"/>
          <p:cNvSpPr txBox="1"/>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19" name="Google Shape;319;p45"/>
          <p:cNvSpPr txBox="1"/>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0" name="Google Shape;320;p45"/>
          <p:cNvSpPr txBox="1"/>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21" name="Google Shape;321;p45"/>
          <p:cNvSpPr txBox="1"/>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2" name="Google Shape;322;p45"/>
          <p:cNvSpPr txBox="1"/>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323" name="Google Shape;323;p45"/>
          <p:cNvSpPr txBox="1"/>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4" name="Google Shape;324;p45"/>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25" name="Google Shape;325;p4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26" name="Google Shape;326;p4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27" name="Google Shape;327;p4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28" name="Google Shape;328;p4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329" name="Shape 329"/>
        <p:cNvGrpSpPr/>
        <p:nvPr/>
      </p:nvGrpSpPr>
      <p:grpSpPr>
        <a:xfrm>
          <a:off x="0" y="0"/>
          <a:ext cx="0" cy="0"/>
          <a:chOff x="0" y="0"/>
          <a:chExt cx="0" cy="0"/>
        </a:xfrm>
      </p:grpSpPr>
      <p:sp>
        <p:nvSpPr>
          <p:cNvPr id="330" name="Google Shape;330;p46"/>
          <p:cNvSpPr txBox="1"/>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331" name="Google Shape;331;p4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32" name="Google Shape;332;p4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33" name="Google Shape;333;p4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34" name="Google Shape;334;p4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35" name="Google Shape;335;p46"/>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36" name="Google Shape;336;p46"/>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337" name="Shape 337"/>
        <p:cNvGrpSpPr/>
        <p:nvPr/>
      </p:nvGrpSpPr>
      <p:grpSpPr>
        <a:xfrm>
          <a:off x="0" y="0"/>
          <a:ext cx="0" cy="0"/>
          <a:chOff x="0" y="0"/>
          <a:chExt cx="0" cy="0"/>
        </a:xfrm>
      </p:grpSpPr>
      <p:sp>
        <p:nvSpPr>
          <p:cNvPr id="338" name="Google Shape;338;p47"/>
          <p:cNvSpPr txBox="1"/>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39" name="Google Shape;339;p47"/>
          <p:cNvSpPr txBox="1"/>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0" name="Google Shape;340;p47"/>
          <p:cNvSpPr txBox="1"/>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1" name="Google Shape;341;p47"/>
          <p:cNvSpPr txBox="1"/>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2" name="Google Shape;342;p47"/>
          <p:cNvSpPr txBox="1"/>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47"/>
          <p:cNvSpPr txBox="1"/>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4" name="Google Shape;344;p47"/>
          <p:cNvSpPr txBox="1"/>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47"/>
          <p:cNvSpPr txBox="1"/>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6" name="Google Shape;346;p47"/>
          <p:cNvSpPr txBox="1"/>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7" name="Google Shape;347;p4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48" name="Google Shape;348;p4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349" name="Shape 349"/>
        <p:cNvGrpSpPr/>
        <p:nvPr/>
      </p:nvGrpSpPr>
      <p:grpSpPr>
        <a:xfrm>
          <a:off x="0" y="0"/>
          <a:ext cx="0" cy="0"/>
          <a:chOff x="0" y="0"/>
          <a:chExt cx="0" cy="0"/>
        </a:xfrm>
      </p:grpSpPr>
      <p:sp>
        <p:nvSpPr>
          <p:cNvPr id="350" name="Google Shape;350;p48"/>
          <p:cNvSpPr txBox="1"/>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1" name="Google Shape;351;p48"/>
          <p:cNvSpPr txBox="1"/>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2" name="Google Shape;352;p48"/>
          <p:cNvSpPr txBox="1"/>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8"/>
          <p:cNvSpPr txBox="1"/>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4" name="Google Shape;354;p48"/>
          <p:cNvSpPr txBox="1"/>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8"/>
          <p:cNvSpPr txBox="1"/>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6" name="Google Shape;356;p48"/>
          <p:cNvSpPr txBox="1"/>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57" name="Google Shape;357;p4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8" name="Google Shape;358;p4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59" name="Google Shape;359;p48"/>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360" name="Shape 360"/>
        <p:cNvGrpSpPr/>
        <p:nvPr/>
      </p:nvGrpSpPr>
      <p:grpSpPr>
        <a:xfrm>
          <a:off x="0" y="0"/>
          <a:ext cx="0" cy="0"/>
          <a:chOff x="0" y="0"/>
          <a:chExt cx="0" cy="0"/>
        </a:xfrm>
      </p:grpSpPr>
      <p:cxnSp>
        <p:nvCxnSpPr>
          <p:cNvPr id="361" name="Google Shape;361;p4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2" name="Google Shape;362;p4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63" name="Google Shape;363;p4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4" name="Google Shape;364;p4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5" name="Google Shape;365;p4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366" name="Google Shape;366;p4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367" name="Google Shape;367;p49"/>
          <p:cNvSpPr txBox="1"/>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8" name="Google Shape;368;p49"/>
          <p:cNvSpPr txBox="1"/>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369" name="Google Shape;369;p49"/>
          <p:cNvSpPr txBox="1"/>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0" name="Google Shape;370;p49"/>
          <p:cNvSpPr txBox="1"/>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371" name="Google Shape;371;p49"/>
          <p:cNvSpPr txBox="1"/>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2" name="Google Shape;372;p49"/>
          <p:cNvSpPr txBox="1"/>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373" name="Google Shape;373;p49"/>
          <p:cNvSpPr txBox="1"/>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4" name="Google Shape;374;p49"/>
          <p:cNvSpPr txBox="1"/>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375" name="Google Shape;375;p49"/>
          <p:cNvSpPr txBox="1"/>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76" name="Google Shape;376;p49"/>
          <p:cNvSpPr txBox="1"/>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377" name="Google Shape;377;p49"/>
          <p:cNvSpPr txBox="1"/>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378" name="Google Shape;378;p49"/>
          <p:cNvSpPr txBox="1"/>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379" name="Google Shape;379;p49"/>
          <p:cNvSpPr txBox="1"/>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380" name="Shape 380"/>
        <p:cNvGrpSpPr/>
        <p:nvPr/>
      </p:nvGrpSpPr>
      <p:grpSpPr>
        <a:xfrm>
          <a:off x="0" y="0"/>
          <a:ext cx="0" cy="0"/>
          <a:chOff x="0" y="0"/>
          <a:chExt cx="0" cy="0"/>
        </a:xfrm>
      </p:grpSpPr>
      <p:sp>
        <p:nvSpPr>
          <p:cNvPr id="381" name="Google Shape;381;p50"/>
          <p:cNvSpPr txBox="1"/>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2" name="Google Shape;382;p50"/>
          <p:cNvSpPr txBox="1"/>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383" name="Google Shape;383;p50"/>
          <p:cNvSpPr txBox="1"/>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4" name="Google Shape;384;p50"/>
          <p:cNvSpPr txBox="1"/>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385" name="Google Shape;385;p50"/>
          <p:cNvSpPr txBox="1"/>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6" name="Google Shape;386;p50"/>
          <p:cNvSpPr txBox="1"/>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387" name="Google Shape;387;p50"/>
          <p:cNvSpPr txBox="1"/>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88" name="Google Shape;388;p5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389" name="Google Shape;389;p5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390" name="Shape 390"/>
        <p:cNvGrpSpPr/>
        <p:nvPr/>
      </p:nvGrpSpPr>
      <p:grpSpPr>
        <a:xfrm>
          <a:off x="0" y="0"/>
          <a:ext cx="0" cy="0"/>
          <a:chOff x="0" y="0"/>
          <a:chExt cx="0" cy="0"/>
        </a:xfrm>
      </p:grpSpPr>
      <p:sp>
        <p:nvSpPr>
          <p:cNvPr id="391" name="Google Shape;391;p51"/>
          <p:cNvSpPr txBox="1"/>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51"/>
          <p:cNvSpPr txBox="1"/>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3" name="Google Shape;393;p51"/>
          <p:cNvSpPr txBox="1"/>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4" name="Google Shape;394;p51"/>
          <p:cNvSpPr txBox="1"/>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5" name="Google Shape;395;p51"/>
          <p:cNvSpPr txBox="1"/>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6" name="Google Shape;396;p51"/>
          <p:cNvSpPr txBox="1"/>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7" name="Google Shape;397;p51"/>
          <p:cNvSpPr txBox="1"/>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8" name="Google Shape;398;p51"/>
          <p:cNvSpPr txBox="1"/>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9" name="Google Shape;399;p51"/>
          <p:cNvSpPr txBox="1"/>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00" name="Google Shape;400;p5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1" name="Google Shape;401;p5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402" name="Shape 402"/>
        <p:cNvGrpSpPr/>
        <p:nvPr/>
      </p:nvGrpSpPr>
      <p:grpSpPr>
        <a:xfrm>
          <a:off x="0" y="0"/>
          <a:ext cx="0" cy="0"/>
          <a:chOff x="0" y="0"/>
          <a:chExt cx="0" cy="0"/>
        </a:xfrm>
      </p:grpSpPr>
      <p:cxnSp>
        <p:nvCxnSpPr>
          <p:cNvPr id="403" name="Google Shape;403;p5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4" name="Google Shape;404;p5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05" name="Google Shape;405;p5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06" name="Google Shape;406;p5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07" name="Google Shape;407;p5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08" name="Google Shape;408;p5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09" name="Google Shape;409;p52"/>
          <p:cNvSpPr txBox="1"/>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10" name="Google Shape;410;p52"/>
          <p:cNvSpPr txBox="1"/>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1" name="Google Shape;411;p52"/>
          <p:cNvSpPr txBox="1"/>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12" name="Google Shape;412;p52"/>
          <p:cNvSpPr txBox="1"/>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3" name="Google Shape;413;p52"/>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14" name="Google Shape;414;p52"/>
          <p:cNvSpPr txBox="1"/>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15" name="Google Shape;415;p52"/>
          <p:cNvSpPr txBox="1"/>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416" name="Shape 416"/>
        <p:cNvGrpSpPr/>
        <p:nvPr/>
      </p:nvGrpSpPr>
      <p:grpSpPr>
        <a:xfrm>
          <a:off x="0" y="0"/>
          <a:ext cx="0" cy="0"/>
          <a:chOff x="0" y="0"/>
          <a:chExt cx="0" cy="0"/>
        </a:xfrm>
      </p:grpSpPr>
      <p:sp>
        <p:nvSpPr>
          <p:cNvPr id="417" name="Google Shape;417;p53"/>
          <p:cNvSpPr txBox="1"/>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418" name="Google Shape;418;p53"/>
          <p:cNvSpPr txBox="1"/>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9" name="Google Shape;419;p53"/>
          <p:cNvSpPr txBox="1"/>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3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420" name="Google Shape;420;p53"/>
          <p:cNvSpPr txBox="1"/>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1" name="Google Shape;421;p53"/>
          <p:cNvSpPr txBox="1"/>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3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422" name="Google Shape;422;p53"/>
          <p:cNvSpPr txBox="1"/>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423" name="Google Shape;423;p5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24" name="Google Shape;424;p5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425" name="Shape 425"/>
        <p:cNvGrpSpPr/>
        <p:nvPr/>
      </p:nvGrpSpPr>
      <p:grpSpPr>
        <a:xfrm>
          <a:off x="0" y="0"/>
          <a:ext cx="0" cy="0"/>
          <a:chOff x="0" y="0"/>
          <a:chExt cx="0" cy="0"/>
        </a:xfrm>
      </p:grpSpPr>
      <p:sp>
        <p:nvSpPr>
          <p:cNvPr id="426" name="Google Shape;426;p54"/>
          <p:cNvSpPr txBox="1"/>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7" name="Google Shape;427;p54"/>
          <p:cNvSpPr txBox="1"/>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8" name="Google Shape;428;p54"/>
          <p:cNvSpPr txBox="1"/>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54"/>
          <p:cNvSpPr txBox="1"/>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0" name="Google Shape;430;p54"/>
          <p:cNvSpPr txBox="1"/>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54"/>
          <p:cNvSpPr txBox="1"/>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432" name="Google Shape;432;p5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3" name="Google Shape;433;p5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34" name="Google Shape;434;p5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35" name="Google Shape;435;p5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36" name="Google Shape;436;p5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37" name="Google Shape;437;p54"/>
          <p:cNvSpPr txBox="1"/>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438" name="Google Shape;438;p54"/>
          <p:cNvSpPr txBox="1"/>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439" name="Google Shape;439;p54"/>
          <p:cNvSpPr txBox="1"/>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440" name="Shape 440"/>
        <p:cNvGrpSpPr/>
        <p:nvPr/>
      </p:nvGrpSpPr>
      <p:grpSpPr>
        <a:xfrm>
          <a:off x="0" y="0"/>
          <a:ext cx="0" cy="0"/>
          <a:chOff x="0" y="0"/>
          <a:chExt cx="0" cy="0"/>
        </a:xfrm>
      </p:grpSpPr>
      <p:sp>
        <p:nvSpPr>
          <p:cNvPr id="441" name="Google Shape;441;p55"/>
          <p:cNvSpPr txBox="1"/>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42" name="Google Shape;442;p55"/>
          <p:cNvSpPr txBox="1"/>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Josefin Sans"/>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43" name="Google Shape;443;p5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4" name="Google Shape;444;p5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445" name="Shape 445"/>
        <p:cNvGrpSpPr/>
        <p:nvPr/>
      </p:nvGrpSpPr>
      <p:grpSpPr>
        <a:xfrm>
          <a:off x="0" y="0"/>
          <a:ext cx="0" cy="0"/>
          <a:chOff x="0" y="0"/>
          <a:chExt cx="0" cy="0"/>
        </a:xfrm>
      </p:grpSpPr>
      <p:sp>
        <p:nvSpPr>
          <p:cNvPr id="446" name="Google Shape;446;p56"/>
          <p:cNvSpPr txBox="1"/>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a:lvl1pPr>
            <a:lvl2pPr lvl="1">
              <a:spcBef>
                <a:spcPts val="0"/>
              </a:spcBef>
              <a:spcAft>
                <a:spcPts val="0"/>
              </a:spcAft>
              <a:buSzPts val="3000"/>
              <a:buNone/>
              <a:defRPr>
                <a:latin typeface="Open Sans SemiBold"/>
                <a:ea typeface="Open Sans SemiBold"/>
                <a:cs typeface="Open Sans SemiBold"/>
                <a:sym typeface="Open Sans SemiBold"/>
              </a:defRPr>
            </a:lvl2pPr>
            <a:lvl3pPr lvl="2">
              <a:spcBef>
                <a:spcPts val="0"/>
              </a:spcBef>
              <a:spcAft>
                <a:spcPts val="0"/>
              </a:spcAft>
              <a:buSzPts val="3000"/>
              <a:buNone/>
              <a:defRPr>
                <a:latin typeface="Open Sans SemiBold"/>
                <a:ea typeface="Open Sans SemiBold"/>
                <a:cs typeface="Open Sans SemiBold"/>
                <a:sym typeface="Open Sans SemiBold"/>
              </a:defRPr>
            </a:lvl3pPr>
            <a:lvl4pPr lvl="3">
              <a:spcBef>
                <a:spcPts val="0"/>
              </a:spcBef>
              <a:spcAft>
                <a:spcPts val="0"/>
              </a:spcAft>
              <a:buSzPts val="3000"/>
              <a:buNone/>
              <a:defRPr>
                <a:latin typeface="Open Sans SemiBold"/>
                <a:ea typeface="Open Sans SemiBold"/>
                <a:cs typeface="Open Sans SemiBold"/>
                <a:sym typeface="Open Sans SemiBold"/>
              </a:defRPr>
            </a:lvl4pPr>
            <a:lvl5pPr lvl="4">
              <a:spcBef>
                <a:spcPts val="0"/>
              </a:spcBef>
              <a:spcAft>
                <a:spcPts val="0"/>
              </a:spcAft>
              <a:buSzPts val="3000"/>
              <a:buNone/>
              <a:defRPr>
                <a:latin typeface="Open Sans SemiBold"/>
                <a:ea typeface="Open Sans SemiBold"/>
                <a:cs typeface="Open Sans SemiBold"/>
                <a:sym typeface="Open Sans SemiBold"/>
              </a:defRPr>
            </a:lvl5pPr>
            <a:lvl6pPr lvl="5">
              <a:spcBef>
                <a:spcPts val="0"/>
              </a:spcBef>
              <a:spcAft>
                <a:spcPts val="0"/>
              </a:spcAft>
              <a:buSzPts val="3000"/>
              <a:buNone/>
              <a:defRPr>
                <a:latin typeface="Open Sans SemiBold"/>
                <a:ea typeface="Open Sans SemiBold"/>
                <a:cs typeface="Open Sans SemiBold"/>
                <a:sym typeface="Open Sans SemiBold"/>
              </a:defRPr>
            </a:lvl6pPr>
            <a:lvl7pPr lvl="6">
              <a:spcBef>
                <a:spcPts val="0"/>
              </a:spcBef>
              <a:spcAft>
                <a:spcPts val="0"/>
              </a:spcAft>
              <a:buSzPts val="3000"/>
              <a:buNone/>
              <a:defRPr>
                <a:latin typeface="Open Sans SemiBold"/>
                <a:ea typeface="Open Sans SemiBold"/>
                <a:cs typeface="Open Sans SemiBold"/>
                <a:sym typeface="Open Sans SemiBold"/>
              </a:defRPr>
            </a:lvl7pPr>
            <a:lvl8pPr lvl="7">
              <a:spcBef>
                <a:spcPts val="0"/>
              </a:spcBef>
              <a:spcAft>
                <a:spcPts val="0"/>
              </a:spcAft>
              <a:buSzPts val="3000"/>
              <a:buNone/>
              <a:defRPr>
                <a:latin typeface="Open Sans SemiBold"/>
                <a:ea typeface="Open Sans SemiBold"/>
                <a:cs typeface="Open Sans SemiBold"/>
                <a:sym typeface="Open Sans SemiBold"/>
              </a:defRPr>
            </a:lvl8pPr>
            <a:lvl9pPr lvl="8">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47" name="Google Shape;447;p56"/>
          <p:cNvSpPr txBox="1"/>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600"/>
              <a:buFont typeface="Josefin Sans"/>
              <a:buNone/>
              <a:defRPr sz="1400">
                <a:solidFill>
                  <a:schemeClr val="dk1"/>
                </a:solidFill>
              </a:defRPr>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cxnSp>
        <p:nvCxnSpPr>
          <p:cNvPr id="448" name="Google Shape;448;p5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49" name="Google Shape;449;p5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450" name="Shape 450"/>
        <p:cNvGrpSpPr/>
        <p:nvPr/>
      </p:nvGrpSpPr>
      <p:grpSpPr>
        <a:xfrm>
          <a:off x="0" y="0"/>
          <a:ext cx="0" cy="0"/>
          <a:chOff x="0" y="0"/>
          <a:chExt cx="0" cy="0"/>
        </a:xfrm>
      </p:grpSpPr>
      <p:sp>
        <p:nvSpPr>
          <p:cNvPr id="451" name="Google Shape;451;p57"/>
          <p:cNvSpPr txBox="1"/>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452" name="Google Shape;452;p57"/>
          <p:cNvSpPr txBox="1"/>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53" name="Google Shape;453;p5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4" name="Google Shape;454;p5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5" name="Google Shape;455;p57"/>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456" name="Shape 456"/>
        <p:cNvGrpSpPr/>
        <p:nvPr/>
      </p:nvGrpSpPr>
      <p:grpSpPr>
        <a:xfrm>
          <a:off x="0" y="0"/>
          <a:ext cx="0" cy="0"/>
          <a:chOff x="0" y="0"/>
          <a:chExt cx="0" cy="0"/>
        </a:xfrm>
      </p:grpSpPr>
      <p:cxnSp>
        <p:nvCxnSpPr>
          <p:cNvPr id="457" name="Google Shape;457;p5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8" name="Google Shape;458;p5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59" name="Google Shape;459;p5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0" name="Google Shape;460;p5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1" name="Google Shape;461;p5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62" name="Google Shape;462;p5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463" name="Google Shape;463;p58"/>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64" name="Google Shape;464;p58"/>
          <p:cNvSpPr txBox="1"/>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465" name="Google Shape;465;p58"/>
          <p:cNvSpPr txBox="1"/>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466" name="Shape 466"/>
        <p:cNvGrpSpPr/>
        <p:nvPr/>
      </p:nvGrpSpPr>
      <p:grpSpPr>
        <a:xfrm>
          <a:off x="0" y="0"/>
          <a:ext cx="0" cy="0"/>
          <a:chOff x="0" y="0"/>
          <a:chExt cx="0" cy="0"/>
        </a:xfrm>
      </p:grpSpPr>
      <p:sp>
        <p:nvSpPr>
          <p:cNvPr id="467" name="Google Shape;467;p59"/>
          <p:cNvSpPr txBox="1"/>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68" name="Google Shape;468;p59"/>
          <p:cNvSpPr txBox="1"/>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9" name="Google Shape;469;p59"/>
          <p:cNvSpPr txBox="1"/>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70" name="Google Shape;470;p59"/>
          <p:cNvSpPr txBox="1"/>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1" name="Google Shape;471;p59"/>
          <p:cNvSpPr txBox="1"/>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72" name="Google Shape;472;p5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73" name="Google Shape;473;p5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474" name="Shape 474"/>
        <p:cNvGrpSpPr/>
        <p:nvPr/>
      </p:nvGrpSpPr>
      <p:grpSpPr>
        <a:xfrm>
          <a:off x="0" y="0"/>
          <a:ext cx="0" cy="0"/>
          <a:chOff x="0" y="0"/>
          <a:chExt cx="0" cy="0"/>
        </a:xfrm>
      </p:grpSpPr>
      <p:sp>
        <p:nvSpPr>
          <p:cNvPr id="475" name="Google Shape;475;p60"/>
          <p:cNvSpPr txBox="1"/>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76" name="Google Shape;476;p60"/>
          <p:cNvSpPr txBox="1"/>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77" name="Google Shape;477;p60"/>
          <p:cNvSpPr txBox="1"/>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8" name="Google Shape;478;p60"/>
          <p:cNvSpPr txBox="1"/>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79" name="Google Shape;479;p60"/>
          <p:cNvSpPr txBox="1"/>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0" name="Google Shape;480;p60"/>
          <p:cNvSpPr txBox="1"/>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81" name="Google Shape;481;p60"/>
          <p:cNvSpPr txBox="1"/>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482" name="Google Shape;482;p6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83" name="Google Shape;483;p6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84" name="Google Shape;484;p60"/>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85" name="Google Shape;485;p6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486" name="Shape 486"/>
        <p:cNvGrpSpPr/>
        <p:nvPr/>
      </p:nvGrpSpPr>
      <p:grpSpPr>
        <a:xfrm>
          <a:off x="0" y="0"/>
          <a:ext cx="0" cy="0"/>
          <a:chOff x="0" y="0"/>
          <a:chExt cx="0" cy="0"/>
        </a:xfrm>
      </p:grpSpPr>
      <p:sp>
        <p:nvSpPr>
          <p:cNvPr id="487" name="Google Shape;487;p61"/>
          <p:cNvSpPr txBox="1"/>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a:spcBef>
                <a:spcPts val="0"/>
              </a:spcBef>
              <a:spcAft>
                <a:spcPts val="0"/>
              </a:spcAft>
              <a:buSzPts val="5300"/>
              <a:buNone/>
              <a:defRPr sz="7000"/>
            </a:lvl1pPr>
            <a:lvl2pPr lvl="1" algn="ctr">
              <a:spcBef>
                <a:spcPts val="0"/>
              </a:spcBef>
              <a:spcAft>
                <a:spcPts val="0"/>
              </a:spcAft>
              <a:buSzPts val="3000"/>
              <a:buNone/>
              <a:defRPr>
                <a:latin typeface="Open Sans"/>
                <a:ea typeface="Open Sans"/>
                <a:cs typeface="Open Sans"/>
                <a:sym typeface="Open Sans"/>
              </a:defRPr>
            </a:lvl2pPr>
            <a:lvl3pPr lvl="2" algn="ctr">
              <a:spcBef>
                <a:spcPts val="0"/>
              </a:spcBef>
              <a:spcAft>
                <a:spcPts val="0"/>
              </a:spcAft>
              <a:buSzPts val="3000"/>
              <a:buNone/>
              <a:defRPr>
                <a:latin typeface="Open Sans"/>
                <a:ea typeface="Open Sans"/>
                <a:cs typeface="Open Sans"/>
                <a:sym typeface="Open Sans"/>
              </a:defRPr>
            </a:lvl3pPr>
            <a:lvl4pPr lvl="3" algn="ctr">
              <a:spcBef>
                <a:spcPts val="0"/>
              </a:spcBef>
              <a:spcAft>
                <a:spcPts val="0"/>
              </a:spcAft>
              <a:buSzPts val="3000"/>
              <a:buNone/>
              <a:defRPr>
                <a:latin typeface="Open Sans"/>
                <a:ea typeface="Open Sans"/>
                <a:cs typeface="Open Sans"/>
                <a:sym typeface="Open Sans"/>
              </a:defRPr>
            </a:lvl4pPr>
            <a:lvl5pPr lvl="4" algn="ctr">
              <a:spcBef>
                <a:spcPts val="0"/>
              </a:spcBef>
              <a:spcAft>
                <a:spcPts val="0"/>
              </a:spcAft>
              <a:buSzPts val="3000"/>
              <a:buNone/>
              <a:defRPr>
                <a:latin typeface="Open Sans"/>
                <a:ea typeface="Open Sans"/>
                <a:cs typeface="Open Sans"/>
                <a:sym typeface="Open Sans"/>
              </a:defRPr>
            </a:lvl5pPr>
            <a:lvl6pPr lvl="5" algn="ctr">
              <a:spcBef>
                <a:spcPts val="0"/>
              </a:spcBef>
              <a:spcAft>
                <a:spcPts val="0"/>
              </a:spcAft>
              <a:buSzPts val="3000"/>
              <a:buNone/>
              <a:defRPr>
                <a:latin typeface="Open Sans"/>
                <a:ea typeface="Open Sans"/>
                <a:cs typeface="Open Sans"/>
                <a:sym typeface="Open Sans"/>
              </a:defRPr>
            </a:lvl6pPr>
            <a:lvl7pPr lvl="6" algn="ctr">
              <a:spcBef>
                <a:spcPts val="0"/>
              </a:spcBef>
              <a:spcAft>
                <a:spcPts val="0"/>
              </a:spcAft>
              <a:buSzPts val="3000"/>
              <a:buNone/>
              <a:defRPr>
                <a:latin typeface="Open Sans"/>
                <a:ea typeface="Open Sans"/>
                <a:cs typeface="Open Sans"/>
                <a:sym typeface="Open Sans"/>
              </a:defRPr>
            </a:lvl7pPr>
            <a:lvl8pPr lvl="7" algn="ctr">
              <a:spcBef>
                <a:spcPts val="0"/>
              </a:spcBef>
              <a:spcAft>
                <a:spcPts val="0"/>
              </a:spcAft>
              <a:buSzPts val="3000"/>
              <a:buNone/>
              <a:defRPr>
                <a:latin typeface="Open Sans"/>
                <a:ea typeface="Open Sans"/>
                <a:cs typeface="Open Sans"/>
                <a:sym typeface="Open Sans"/>
              </a:defRPr>
            </a:lvl8pPr>
            <a:lvl9pPr lvl="8" algn="ctr">
              <a:spcBef>
                <a:spcPts val="0"/>
              </a:spcBef>
              <a:spcAft>
                <a:spcPts val="0"/>
              </a:spcAft>
              <a:buSzPts val="3000"/>
              <a:buNone/>
              <a:defRPr>
                <a:latin typeface="Open Sans"/>
                <a:ea typeface="Open Sans"/>
                <a:cs typeface="Open Sans"/>
                <a:sym typeface="Open Sans"/>
              </a:defRPr>
            </a:lvl9pPr>
          </a:lstStyle>
          <a:p/>
        </p:txBody>
      </p:sp>
      <p:sp>
        <p:nvSpPr>
          <p:cNvPr id="488" name="Google Shape;488;p61"/>
          <p:cNvSpPr txBox="1"/>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9" name="Google Shape;489;p61"/>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b="1">
                <a:solidFill>
                  <a:schemeClr val="dk2"/>
                </a:solidFill>
                <a:latin typeface="Montserrat"/>
                <a:ea typeface="Montserrat"/>
                <a:cs typeface="Montserrat"/>
                <a:sym typeface="Montserrat"/>
              </a:rPr>
              <a:t>CREDITS</a:t>
            </a:r>
            <a:r>
              <a:rPr lang="en-GB" sz="1100">
                <a:solidFill>
                  <a:schemeClr val="dk2"/>
                </a:solidFill>
                <a:latin typeface="Montserrat"/>
                <a:ea typeface="Montserrat"/>
                <a:cs typeface="Montserrat"/>
                <a:sym typeface="Montserrat"/>
              </a:rPr>
              <a:t>: This presentation template was created by </a:t>
            </a:r>
            <a:r>
              <a:rPr lang="en-GB" sz="1100" b="1">
                <a:solidFill>
                  <a:schemeClr val="dk2"/>
                </a:solidFill>
                <a:uFill>
                  <a:noFill/>
                </a:uFill>
                <a:latin typeface="Montserrat"/>
                <a:ea typeface="Montserrat"/>
                <a:cs typeface="Montserrat"/>
                <a:sym typeface="Montserrat"/>
                <a:hlinkClick r:id="rId2"/>
              </a:rPr>
              <a:t>Slidesgo</a:t>
            </a:r>
            <a:r>
              <a:rPr lang="en-GB" sz="1100">
                <a:solidFill>
                  <a:schemeClr val="dk2"/>
                </a:solidFill>
                <a:latin typeface="Montserrat"/>
                <a:ea typeface="Montserrat"/>
                <a:cs typeface="Montserrat"/>
                <a:sym typeface="Montserrat"/>
              </a:rPr>
              <a:t>, including icons by </a:t>
            </a:r>
            <a:r>
              <a:rPr lang="en-GB" sz="1100" b="1">
                <a:solidFill>
                  <a:schemeClr val="dk2"/>
                </a:solidFill>
                <a:uFill>
                  <a:noFill/>
                </a:uFill>
                <a:latin typeface="Montserrat"/>
                <a:ea typeface="Montserrat"/>
                <a:cs typeface="Montserrat"/>
                <a:sym typeface="Montserrat"/>
                <a:hlinkClick r:id="rId3"/>
              </a:rPr>
              <a:t>Flaticon</a:t>
            </a:r>
            <a:r>
              <a:rPr lang="en-GB" sz="1100">
                <a:solidFill>
                  <a:schemeClr val="dk2"/>
                </a:solidFill>
                <a:latin typeface="Montserrat"/>
                <a:ea typeface="Montserrat"/>
                <a:cs typeface="Montserrat"/>
                <a:sym typeface="Montserrat"/>
              </a:rPr>
              <a:t>, infographics &amp; images by </a:t>
            </a:r>
            <a:r>
              <a:rPr lang="en-GB" sz="1100" b="1">
                <a:solidFill>
                  <a:schemeClr val="dk2"/>
                </a:solidFill>
                <a:uFill>
                  <a:noFill/>
                </a:uFill>
                <a:latin typeface="Montserrat"/>
                <a:ea typeface="Montserrat"/>
                <a:cs typeface="Montserrat"/>
                <a:sym typeface="Montserrat"/>
                <a:hlinkClick r:id="rId4"/>
              </a:rPr>
              <a:t>Freepik</a:t>
            </a:r>
            <a:endParaRPr sz="1100" b="1">
              <a:solidFill>
                <a:schemeClr val="dk2"/>
              </a:solidFill>
              <a:latin typeface="Montserrat"/>
              <a:ea typeface="Montserrat"/>
              <a:cs typeface="Montserrat"/>
              <a:sym typeface="Montserrat"/>
            </a:endParaRPr>
          </a:p>
        </p:txBody>
      </p:sp>
      <p:cxnSp>
        <p:nvCxnSpPr>
          <p:cNvPr id="490" name="Google Shape;490;p6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91" name="Google Shape;491;p61"/>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492" name="Google Shape;492;p6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93" name="Google Shape;493;p61"/>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494" name="Shape 494"/>
        <p:cNvGrpSpPr/>
        <p:nvPr/>
      </p:nvGrpSpPr>
      <p:grpSpPr>
        <a:xfrm>
          <a:off x="0" y="0"/>
          <a:ext cx="0" cy="0"/>
          <a:chOff x="0" y="0"/>
          <a:chExt cx="0" cy="0"/>
        </a:xfrm>
      </p:grpSpPr>
      <p:cxnSp>
        <p:nvCxnSpPr>
          <p:cNvPr id="495" name="Google Shape;495;p6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96" name="Google Shape;496;p6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497" name="Shape 497"/>
        <p:cNvGrpSpPr/>
        <p:nvPr/>
      </p:nvGrpSpPr>
      <p:grpSpPr>
        <a:xfrm>
          <a:off x="0" y="0"/>
          <a:ext cx="0" cy="0"/>
          <a:chOff x="0" y="0"/>
          <a:chExt cx="0" cy="0"/>
        </a:xfrm>
      </p:grpSpPr>
      <p:cxnSp>
        <p:nvCxnSpPr>
          <p:cNvPr id="498" name="Google Shape;498;p6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499" name="Google Shape;499;p6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00" name="Google Shape;500;p63"/>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01" name="Google Shape;501;p63"/>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502" name="Shape 502"/>
        <p:cNvGrpSpPr/>
        <p:nvPr/>
      </p:nvGrpSpPr>
      <p:grpSpPr>
        <a:xfrm>
          <a:off x="0" y="0"/>
          <a:ext cx="0" cy="0"/>
          <a:chOff x="0" y="0"/>
          <a:chExt cx="0" cy="0"/>
        </a:xfrm>
      </p:grpSpPr>
      <p:cxnSp>
        <p:nvCxnSpPr>
          <p:cNvPr id="503" name="Google Shape;503;p6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04" name="Google Shape;504;p6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05" name="Google Shape;505;p64"/>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506" name="Shape 506"/>
        <p:cNvGrpSpPr/>
        <p:nvPr/>
      </p:nvGrpSpPr>
      <p:grpSpPr>
        <a:xfrm>
          <a:off x="0" y="0"/>
          <a:ext cx="0" cy="0"/>
          <a:chOff x="0" y="0"/>
          <a:chExt cx="0" cy="0"/>
        </a:xfrm>
      </p:grpSpPr>
      <p:cxnSp>
        <p:nvCxnSpPr>
          <p:cNvPr id="507" name="Google Shape;507;p6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08" name="Google Shape;508;p6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09" name="Google Shape;509;p6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10" name="Google Shape;510;p6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11" name="Google Shape;511;p6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12" name="Google Shape;512;p65"/>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516" name="Shape 516"/>
        <p:cNvGrpSpPr/>
        <p:nvPr/>
      </p:nvGrpSpPr>
      <p:grpSpPr>
        <a:xfrm>
          <a:off x="0" y="0"/>
          <a:ext cx="0" cy="0"/>
          <a:chOff x="0" y="0"/>
          <a:chExt cx="0" cy="0"/>
        </a:xfrm>
      </p:grpSpPr>
      <p:sp>
        <p:nvSpPr>
          <p:cNvPr id="517" name="Google Shape;517;p67"/>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18" name="Google Shape;518;p67"/>
          <p:cNvSpPr txBox="1"/>
          <p:nvPr>
            <p:ph type="subTitle" idx="1"/>
          </p:nvPr>
        </p:nvSpPr>
        <p:spPr>
          <a:xfrm>
            <a:off x="1040000" y="3377100"/>
            <a:ext cx="7064100" cy="44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519" name="Google Shape;519;p6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0" name="Google Shape;520;p67"/>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21" name="Google Shape;521;p6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2" name="Google Shape;522;p67"/>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23" name="Shape 523"/>
        <p:cNvGrpSpPr/>
        <p:nvPr/>
      </p:nvGrpSpPr>
      <p:grpSpPr>
        <a:xfrm>
          <a:off x="0" y="0"/>
          <a:ext cx="0" cy="0"/>
          <a:chOff x="0" y="0"/>
          <a:chExt cx="0" cy="0"/>
        </a:xfrm>
      </p:grpSpPr>
      <p:sp>
        <p:nvSpPr>
          <p:cNvPr id="524" name="Google Shape;524;p68"/>
          <p:cNvSpPr txBox="1"/>
          <p:nvPr>
            <p:ph type="title"/>
          </p:nvPr>
        </p:nvSpPr>
        <p:spPr>
          <a:xfrm>
            <a:off x="2714550" y="2366272"/>
            <a:ext cx="3714900" cy="818400"/>
          </a:xfrm>
          <a:prstGeom prst="rect">
            <a:avLst/>
          </a:prstGeom>
          <a:noFill/>
        </p:spPr>
        <p:txBody>
          <a:bodyPr spcFirstLastPara="1" wrap="square" lIns="91425" tIns="91425" rIns="91425" bIns="91425" anchor="t" anchorCtr="0">
            <a:noAutofit/>
          </a:bodyPr>
          <a:lstStyle>
            <a:lvl1pPr lvl="0">
              <a:spcBef>
                <a:spcPts val="0"/>
              </a:spcBef>
              <a:spcAft>
                <a:spcPts val="0"/>
              </a:spcAft>
              <a:buClr>
                <a:schemeClr val="accent4"/>
              </a:buClr>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25" name="Google Shape;525;p68"/>
          <p:cNvSpPr txBox="1"/>
          <p:nvPr>
            <p:ph type="title" idx="2" hasCustomPrompt="1"/>
          </p:nvPr>
        </p:nvSpPr>
        <p:spPr>
          <a:xfrm>
            <a:off x="3746550" y="1339163"/>
            <a:ext cx="1650900" cy="9783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7000">
                <a:solidFill>
                  <a:schemeClr val="accent1"/>
                </a:solidFill>
              </a:defRPr>
            </a:lvl1pPr>
            <a:lvl2pPr lvl="1" algn="ctr">
              <a:spcBef>
                <a:spcPts val="0"/>
              </a:spcBef>
              <a:spcAft>
                <a:spcPts val="0"/>
              </a:spcAft>
              <a:buSzPts val="6000"/>
              <a:buNone/>
              <a:defRPr sz="6000" b="1"/>
            </a:lvl2pPr>
            <a:lvl3pPr lvl="2" algn="ctr">
              <a:spcBef>
                <a:spcPts val="0"/>
              </a:spcBef>
              <a:spcAft>
                <a:spcPts val="0"/>
              </a:spcAft>
              <a:buSzPts val="6000"/>
              <a:buNone/>
              <a:defRPr sz="6000" b="1"/>
            </a:lvl3pPr>
            <a:lvl4pPr lvl="3" algn="ctr">
              <a:spcBef>
                <a:spcPts val="0"/>
              </a:spcBef>
              <a:spcAft>
                <a:spcPts val="0"/>
              </a:spcAft>
              <a:buSzPts val="6000"/>
              <a:buNone/>
              <a:defRPr sz="6000" b="1"/>
            </a:lvl4pPr>
            <a:lvl5pPr lvl="4" algn="ctr">
              <a:spcBef>
                <a:spcPts val="0"/>
              </a:spcBef>
              <a:spcAft>
                <a:spcPts val="0"/>
              </a:spcAft>
              <a:buSzPts val="6000"/>
              <a:buNone/>
              <a:defRPr sz="6000" b="1"/>
            </a:lvl5pPr>
            <a:lvl6pPr lvl="5" algn="ctr">
              <a:spcBef>
                <a:spcPts val="0"/>
              </a:spcBef>
              <a:spcAft>
                <a:spcPts val="0"/>
              </a:spcAft>
              <a:buSzPts val="6000"/>
              <a:buNone/>
              <a:defRPr sz="6000" b="1"/>
            </a:lvl6pPr>
            <a:lvl7pPr lvl="6" algn="ctr">
              <a:spcBef>
                <a:spcPts val="0"/>
              </a:spcBef>
              <a:spcAft>
                <a:spcPts val="0"/>
              </a:spcAft>
              <a:buSzPts val="6000"/>
              <a:buNone/>
              <a:defRPr sz="6000" b="1"/>
            </a:lvl7pPr>
            <a:lvl8pPr lvl="7" algn="ctr">
              <a:spcBef>
                <a:spcPts val="0"/>
              </a:spcBef>
              <a:spcAft>
                <a:spcPts val="0"/>
              </a:spcAft>
              <a:buSzPts val="6000"/>
              <a:buNone/>
              <a:defRPr sz="6000" b="1"/>
            </a:lvl8pPr>
            <a:lvl9pPr lvl="8" algn="ctr">
              <a:spcBef>
                <a:spcPts val="0"/>
              </a:spcBef>
              <a:spcAft>
                <a:spcPts val="0"/>
              </a:spcAft>
              <a:buSzPts val="6000"/>
              <a:buNone/>
              <a:defRPr sz="6000" b="1"/>
            </a:lvl9pPr>
          </a:lstStyle>
          <a:p>
            <a:r>
              <a:t>xx%</a:t>
            </a:r>
          </a:p>
        </p:txBody>
      </p:sp>
      <p:sp>
        <p:nvSpPr>
          <p:cNvPr id="526" name="Google Shape;526;p68"/>
          <p:cNvSpPr txBox="1"/>
          <p:nvPr>
            <p:ph type="subTitle" idx="1"/>
          </p:nvPr>
        </p:nvSpPr>
        <p:spPr>
          <a:xfrm>
            <a:off x="2291400" y="3076675"/>
            <a:ext cx="4561200" cy="393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527" name="Google Shape;527;p6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8" name="Google Shape;528;p6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29" name="Google Shape;529;p68"/>
          <p:cNvCxnSpPr/>
          <p:nvPr/>
        </p:nvCxnSpPr>
        <p:spPr>
          <a:xfrm flipH="1">
            <a:off x="794892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30" name="Google Shape;530;p68"/>
          <p:cNvCxnSpPr/>
          <p:nvPr/>
        </p:nvCxnSpPr>
        <p:spPr>
          <a:xfrm flipH="1">
            <a:off x="-11287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531" name="Shape 531"/>
        <p:cNvGrpSpPr/>
        <p:nvPr/>
      </p:nvGrpSpPr>
      <p:grpSpPr>
        <a:xfrm>
          <a:off x="0" y="0"/>
          <a:ext cx="0" cy="0"/>
          <a:chOff x="0" y="0"/>
          <a:chExt cx="0" cy="0"/>
        </a:xfrm>
      </p:grpSpPr>
      <p:sp>
        <p:nvSpPr>
          <p:cNvPr id="532" name="Google Shape;532;p69"/>
          <p:cNvSpPr txBox="1"/>
          <p:nvPr>
            <p:ph type="title"/>
          </p:nvPr>
        </p:nvSpPr>
        <p:spPr>
          <a:xfrm>
            <a:off x="713225" y="445025"/>
            <a:ext cx="4711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3" name="Google Shape;533;p69"/>
          <p:cNvSpPr txBox="1"/>
          <p:nvPr>
            <p:ph type="body" idx="1"/>
          </p:nvPr>
        </p:nvSpPr>
        <p:spPr>
          <a:xfrm>
            <a:off x="713250" y="1272925"/>
            <a:ext cx="7717500" cy="32958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Lato"/>
              <a:buChar char="●"/>
              <a:defRPr sz="1100"/>
            </a:lvl1pPr>
            <a:lvl2pPr marL="914400" lvl="1" indent="-317500">
              <a:spcBef>
                <a:spcPts val="0"/>
              </a:spcBef>
              <a:spcAft>
                <a:spcPts val="0"/>
              </a:spcAft>
              <a:buClr>
                <a:schemeClr val="dk1"/>
              </a:buClr>
              <a:buSzPts val="1400"/>
              <a:buFont typeface="Lato"/>
              <a:buChar char="○"/>
              <a:defRPr/>
            </a:lvl2pPr>
            <a:lvl3pPr marL="1371600" lvl="2" indent="-317500">
              <a:spcBef>
                <a:spcPts val="0"/>
              </a:spcBef>
              <a:spcAft>
                <a:spcPts val="0"/>
              </a:spcAft>
              <a:buClr>
                <a:schemeClr val="dk1"/>
              </a:buClr>
              <a:buSzPts val="1400"/>
              <a:buFont typeface="Lato"/>
              <a:buChar char="■"/>
              <a:defRPr/>
            </a:lvl3pPr>
            <a:lvl4pPr marL="1828800" lvl="3" indent="-317500">
              <a:spcBef>
                <a:spcPts val="0"/>
              </a:spcBef>
              <a:spcAft>
                <a:spcPts val="0"/>
              </a:spcAft>
              <a:buClr>
                <a:schemeClr val="dk1"/>
              </a:buClr>
              <a:buSzPts val="1400"/>
              <a:buFont typeface="Lato"/>
              <a:buChar char="●"/>
              <a:defRPr/>
            </a:lvl4pPr>
            <a:lvl5pPr marL="2286000" lvl="4" indent="-317500">
              <a:spcBef>
                <a:spcPts val="0"/>
              </a:spcBef>
              <a:spcAft>
                <a:spcPts val="0"/>
              </a:spcAft>
              <a:buClr>
                <a:schemeClr val="dk1"/>
              </a:buClr>
              <a:buSzPts val="1400"/>
              <a:buFont typeface="Lato"/>
              <a:buChar char="○"/>
              <a:defRPr/>
            </a:lvl5pPr>
            <a:lvl6pPr marL="2743200" lvl="5" indent="-317500">
              <a:spcBef>
                <a:spcPts val="0"/>
              </a:spcBef>
              <a:spcAft>
                <a:spcPts val="0"/>
              </a:spcAft>
              <a:buClr>
                <a:schemeClr val="dk1"/>
              </a:buClr>
              <a:buSzPts val="1400"/>
              <a:buFont typeface="Lato"/>
              <a:buChar char="■"/>
              <a:defRPr/>
            </a:lvl6pPr>
            <a:lvl7pPr marL="3200400" lvl="6" indent="-317500">
              <a:spcBef>
                <a:spcPts val="0"/>
              </a:spcBef>
              <a:spcAft>
                <a:spcPts val="0"/>
              </a:spcAft>
              <a:buClr>
                <a:schemeClr val="dk1"/>
              </a:buClr>
              <a:buSzPts val="1400"/>
              <a:buFont typeface="Lato"/>
              <a:buChar char="●"/>
              <a:defRPr/>
            </a:lvl7pPr>
            <a:lvl8pPr marL="3657600" lvl="7" indent="-317500">
              <a:spcBef>
                <a:spcPts val="0"/>
              </a:spcBef>
              <a:spcAft>
                <a:spcPts val="0"/>
              </a:spcAft>
              <a:buClr>
                <a:schemeClr val="dk1"/>
              </a:buClr>
              <a:buSzPts val="1400"/>
              <a:buFont typeface="Lato"/>
              <a:buChar char="○"/>
              <a:defRPr/>
            </a:lvl8pPr>
            <a:lvl9pPr marL="4114800" lvl="8" indent="-317500">
              <a:spcBef>
                <a:spcPts val="0"/>
              </a:spcBef>
              <a:spcAft>
                <a:spcPts val="0"/>
              </a:spcAft>
              <a:buClr>
                <a:schemeClr val="dk1"/>
              </a:buClr>
              <a:buSzPts val="1400"/>
              <a:buFont typeface="Lato"/>
              <a:buChar char="■"/>
              <a:defRPr/>
            </a:lvl9pPr>
          </a:lstStyle>
          <a:p/>
        </p:txBody>
      </p:sp>
      <p:cxnSp>
        <p:nvCxnSpPr>
          <p:cNvPr id="534" name="Google Shape;534;p6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35" name="Google Shape;535;p6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36" name="Google Shape;536;p69"/>
          <p:cNvCxnSpPr/>
          <p:nvPr/>
        </p:nvCxnSpPr>
        <p:spPr>
          <a:xfrm>
            <a:off x="6884900" y="-113600"/>
            <a:ext cx="2565600" cy="1306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537" name="Shape 537"/>
        <p:cNvGrpSpPr/>
        <p:nvPr/>
      </p:nvGrpSpPr>
      <p:grpSpPr>
        <a:xfrm>
          <a:off x="0" y="0"/>
          <a:ext cx="0" cy="0"/>
          <a:chOff x="0" y="0"/>
          <a:chExt cx="0" cy="0"/>
        </a:xfrm>
      </p:grpSpPr>
      <p:sp>
        <p:nvSpPr>
          <p:cNvPr id="538" name="Google Shape;538;p70"/>
          <p:cNvSpPr txBox="1"/>
          <p:nvPr>
            <p:ph type="title"/>
          </p:nvPr>
        </p:nvSpPr>
        <p:spPr>
          <a:xfrm>
            <a:off x="713225" y="445025"/>
            <a:ext cx="5681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9" name="Google Shape;539;p70"/>
          <p:cNvSpPr txBox="1"/>
          <p:nvPr>
            <p:ph type="subTitle" idx="1"/>
          </p:nvPr>
        </p:nvSpPr>
        <p:spPr>
          <a:xfrm>
            <a:off x="5038975" y="2551449"/>
            <a:ext cx="2486100" cy="5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SzPts val="2400"/>
              <a:buFont typeface="Vidaloka"/>
              <a:buNone/>
              <a:defRPr sz="2400" b="1">
                <a:latin typeface="Vidaloka"/>
                <a:ea typeface="Vidaloka"/>
                <a:cs typeface="Vidaloka"/>
                <a:sym typeface="Vidaloka"/>
              </a:defRPr>
            </a:lvl2pPr>
            <a:lvl3pPr lvl="2" algn="ctr">
              <a:spcBef>
                <a:spcPts val="0"/>
              </a:spcBef>
              <a:spcAft>
                <a:spcPts val="0"/>
              </a:spcAft>
              <a:buSzPts val="2400"/>
              <a:buFont typeface="Vidaloka"/>
              <a:buNone/>
              <a:defRPr sz="2400" b="1">
                <a:latin typeface="Vidaloka"/>
                <a:ea typeface="Vidaloka"/>
                <a:cs typeface="Vidaloka"/>
                <a:sym typeface="Vidaloka"/>
              </a:defRPr>
            </a:lvl3pPr>
            <a:lvl4pPr lvl="3" algn="ctr">
              <a:spcBef>
                <a:spcPts val="0"/>
              </a:spcBef>
              <a:spcAft>
                <a:spcPts val="0"/>
              </a:spcAft>
              <a:buSzPts val="2400"/>
              <a:buFont typeface="Vidaloka"/>
              <a:buNone/>
              <a:defRPr sz="2400" b="1">
                <a:latin typeface="Vidaloka"/>
                <a:ea typeface="Vidaloka"/>
                <a:cs typeface="Vidaloka"/>
                <a:sym typeface="Vidaloka"/>
              </a:defRPr>
            </a:lvl4pPr>
            <a:lvl5pPr lvl="4" algn="ctr">
              <a:spcBef>
                <a:spcPts val="0"/>
              </a:spcBef>
              <a:spcAft>
                <a:spcPts val="0"/>
              </a:spcAft>
              <a:buSzPts val="2400"/>
              <a:buFont typeface="Vidaloka"/>
              <a:buNone/>
              <a:defRPr sz="2400" b="1">
                <a:latin typeface="Vidaloka"/>
                <a:ea typeface="Vidaloka"/>
                <a:cs typeface="Vidaloka"/>
                <a:sym typeface="Vidaloka"/>
              </a:defRPr>
            </a:lvl5pPr>
            <a:lvl6pPr lvl="5" algn="ctr">
              <a:spcBef>
                <a:spcPts val="0"/>
              </a:spcBef>
              <a:spcAft>
                <a:spcPts val="0"/>
              </a:spcAft>
              <a:buSzPts val="2400"/>
              <a:buFont typeface="Vidaloka"/>
              <a:buNone/>
              <a:defRPr sz="2400" b="1">
                <a:latin typeface="Vidaloka"/>
                <a:ea typeface="Vidaloka"/>
                <a:cs typeface="Vidaloka"/>
                <a:sym typeface="Vidaloka"/>
              </a:defRPr>
            </a:lvl6pPr>
            <a:lvl7pPr lvl="6" algn="ctr">
              <a:spcBef>
                <a:spcPts val="0"/>
              </a:spcBef>
              <a:spcAft>
                <a:spcPts val="0"/>
              </a:spcAft>
              <a:buSzPts val="2400"/>
              <a:buFont typeface="Vidaloka"/>
              <a:buNone/>
              <a:defRPr sz="2400" b="1">
                <a:latin typeface="Vidaloka"/>
                <a:ea typeface="Vidaloka"/>
                <a:cs typeface="Vidaloka"/>
                <a:sym typeface="Vidaloka"/>
              </a:defRPr>
            </a:lvl7pPr>
            <a:lvl8pPr lvl="7" algn="ctr">
              <a:spcBef>
                <a:spcPts val="0"/>
              </a:spcBef>
              <a:spcAft>
                <a:spcPts val="0"/>
              </a:spcAft>
              <a:buSzPts val="2400"/>
              <a:buFont typeface="Vidaloka"/>
              <a:buNone/>
              <a:defRPr sz="2400" b="1">
                <a:latin typeface="Vidaloka"/>
                <a:ea typeface="Vidaloka"/>
                <a:cs typeface="Vidaloka"/>
                <a:sym typeface="Vidaloka"/>
              </a:defRPr>
            </a:lvl8pPr>
            <a:lvl9pPr lvl="8" algn="ctr">
              <a:spcBef>
                <a:spcPts val="0"/>
              </a:spcBef>
              <a:spcAft>
                <a:spcPts val="0"/>
              </a:spcAft>
              <a:buSzPts val="2400"/>
              <a:buFont typeface="Vidaloka"/>
              <a:buNone/>
              <a:defRPr sz="2400" b="1">
                <a:latin typeface="Vidaloka"/>
                <a:ea typeface="Vidaloka"/>
                <a:cs typeface="Vidaloka"/>
                <a:sym typeface="Vidaloka"/>
              </a:defRPr>
            </a:lvl9pPr>
          </a:lstStyle>
          <a:p/>
        </p:txBody>
      </p:sp>
      <p:sp>
        <p:nvSpPr>
          <p:cNvPr id="540" name="Google Shape;540;p70"/>
          <p:cNvSpPr txBox="1"/>
          <p:nvPr>
            <p:ph type="subTitle" idx="2"/>
          </p:nvPr>
        </p:nvSpPr>
        <p:spPr>
          <a:xfrm>
            <a:off x="5038975" y="2961200"/>
            <a:ext cx="2486100" cy="90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1" name="Google Shape;541;p70"/>
          <p:cNvSpPr txBox="1"/>
          <p:nvPr>
            <p:ph type="subTitle" idx="3"/>
          </p:nvPr>
        </p:nvSpPr>
        <p:spPr>
          <a:xfrm>
            <a:off x="1693175" y="2551449"/>
            <a:ext cx="2486100" cy="501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SzPts val="2400"/>
              <a:buFont typeface="Vidaloka"/>
              <a:buNone/>
              <a:defRPr sz="2400" b="1">
                <a:latin typeface="Vidaloka"/>
                <a:ea typeface="Vidaloka"/>
                <a:cs typeface="Vidaloka"/>
                <a:sym typeface="Vidaloka"/>
              </a:defRPr>
            </a:lvl2pPr>
            <a:lvl3pPr lvl="2" algn="ctr">
              <a:spcBef>
                <a:spcPts val="0"/>
              </a:spcBef>
              <a:spcAft>
                <a:spcPts val="0"/>
              </a:spcAft>
              <a:buSzPts val="2400"/>
              <a:buFont typeface="Vidaloka"/>
              <a:buNone/>
              <a:defRPr sz="2400" b="1">
                <a:latin typeface="Vidaloka"/>
                <a:ea typeface="Vidaloka"/>
                <a:cs typeface="Vidaloka"/>
                <a:sym typeface="Vidaloka"/>
              </a:defRPr>
            </a:lvl3pPr>
            <a:lvl4pPr lvl="3" algn="ctr">
              <a:spcBef>
                <a:spcPts val="0"/>
              </a:spcBef>
              <a:spcAft>
                <a:spcPts val="0"/>
              </a:spcAft>
              <a:buSzPts val="2400"/>
              <a:buFont typeface="Vidaloka"/>
              <a:buNone/>
              <a:defRPr sz="2400" b="1">
                <a:latin typeface="Vidaloka"/>
                <a:ea typeface="Vidaloka"/>
                <a:cs typeface="Vidaloka"/>
                <a:sym typeface="Vidaloka"/>
              </a:defRPr>
            </a:lvl4pPr>
            <a:lvl5pPr lvl="4" algn="ctr">
              <a:spcBef>
                <a:spcPts val="0"/>
              </a:spcBef>
              <a:spcAft>
                <a:spcPts val="0"/>
              </a:spcAft>
              <a:buSzPts val="2400"/>
              <a:buFont typeface="Vidaloka"/>
              <a:buNone/>
              <a:defRPr sz="2400" b="1">
                <a:latin typeface="Vidaloka"/>
                <a:ea typeface="Vidaloka"/>
                <a:cs typeface="Vidaloka"/>
                <a:sym typeface="Vidaloka"/>
              </a:defRPr>
            </a:lvl5pPr>
            <a:lvl6pPr lvl="5" algn="ctr">
              <a:spcBef>
                <a:spcPts val="0"/>
              </a:spcBef>
              <a:spcAft>
                <a:spcPts val="0"/>
              </a:spcAft>
              <a:buSzPts val="2400"/>
              <a:buFont typeface="Vidaloka"/>
              <a:buNone/>
              <a:defRPr sz="2400" b="1">
                <a:latin typeface="Vidaloka"/>
                <a:ea typeface="Vidaloka"/>
                <a:cs typeface="Vidaloka"/>
                <a:sym typeface="Vidaloka"/>
              </a:defRPr>
            </a:lvl6pPr>
            <a:lvl7pPr lvl="6" algn="ctr">
              <a:spcBef>
                <a:spcPts val="0"/>
              </a:spcBef>
              <a:spcAft>
                <a:spcPts val="0"/>
              </a:spcAft>
              <a:buSzPts val="2400"/>
              <a:buFont typeface="Vidaloka"/>
              <a:buNone/>
              <a:defRPr sz="2400" b="1">
                <a:latin typeface="Vidaloka"/>
                <a:ea typeface="Vidaloka"/>
                <a:cs typeface="Vidaloka"/>
                <a:sym typeface="Vidaloka"/>
              </a:defRPr>
            </a:lvl7pPr>
            <a:lvl8pPr lvl="7" algn="ctr">
              <a:spcBef>
                <a:spcPts val="0"/>
              </a:spcBef>
              <a:spcAft>
                <a:spcPts val="0"/>
              </a:spcAft>
              <a:buSzPts val="2400"/>
              <a:buFont typeface="Vidaloka"/>
              <a:buNone/>
              <a:defRPr sz="2400" b="1">
                <a:latin typeface="Vidaloka"/>
                <a:ea typeface="Vidaloka"/>
                <a:cs typeface="Vidaloka"/>
                <a:sym typeface="Vidaloka"/>
              </a:defRPr>
            </a:lvl8pPr>
            <a:lvl9pPr lvl="8" algn="ctr">
              <a:spcBef>
                <a:spcPts val="0"/>
              </a:spcBef>
              <a:spcAft>
                <a:spcPts val="0"/>
              </a:spcAft>
              <a:buSzPts val="2400"/>
              <a:buFont typeface="Vidaloka"/>
              <a:buNone/>
              <a:defRPr sz="2400" b="1">
                <a:latin typeface="Vidaloka"/>
                <a:ea typeface="Vidaloka"/>
                <a:cs typeface="Vidaloka"/>
                <a:sym typeface="Vidaloka"/>
              </a:defRPr>
            </a:lvl9pPr>
          </a:lstStyle>
          <a:p/>
        </p:txBody>
      </p:sp>
      <p:sp>
        <p:nvSpPr>
          <p:cNvPr id="542" name="Google Shape;542;p70"/>
          <p:cNvSpPr txBox="1"/>
          <p:nvPr>
            <p:ph type="subTitle" idx="4"/>
          </p:nvPr>
        </p:nvSpPr>
        <p:spPr>
          <a:xfrm>
            <a:off x="1693175" y="2961200"/>
            <a:ext cx="2486100" cy="90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543" name="Google Shape;543;p7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44" name="Google Shape;544;p7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45" name="Google Shape;545;p70"/>
          <p:cNvCxnSpPr/>
          <p:nvPr/>
        </p:nvCxnSpPr>
        <p:spPr>
          <a:xfrm flipH="1">
            <a:off x="6935750" y="3931325"/>
            <a:ext cx="2549400" cy="13545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546" name="Shape 546"/>
        <p:cNvGrpSpPr/>
        <p:nvPr/>
      </p:nvGrpSpPr>
      <p:grpSpPr>
        <a:xfrm>
          <a:off x="0" y="0"/>
          <a:ext cx="0" cy="0"/>
          <a:chOff x="0" y="0"/>
          <a:chExt cx="0" cy="0"/>
        </a:xfrm>
      </p:grpSpPr>
      <p:sp>
        <p:nvSpPr>
          <p:cNvPr id="547" name="Google Shape;547;p71"/>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548" name="Google Shape;548;p7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49" name="Google Shape;549;p7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550" name="Shape 550"/>
        <p:cNvGrpSpPr/>
        <p:nvPr/>
      </p:nvGrpSpPr>
      <p:grpSpPr>
        <a:xfrm>
          <a:off x="0" y="0"/>
          <a:ext cx="0" cy="0"/>
          <a:chOff x="0" y="0"/>
          <a:chExt cx="0" cy="0"/>
        </a:xfrm>
      </p:grpSpPr>
      <p:sp>
        <p:nvSpPr>
          <p:cNvPr id="551" name="Google Shape;551;p72"/>
          <p:cNvSpPr txBox="1"/>
          <p:nvPr>
            <p:ph type="subTitle" idx="1"/>
          </p:nvPr>
        </p:nvSpPr>
        <p:spPr>
          <a:xfrm>
            <a:off x="2247500" y="1433050"/>
            <a:ext cx="1838100" cy="3570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b="1">
                <a:solidFill>
                  <a:schemeClr val="accent1"/>
                </a:solidFill>
                <a:latin typeface="Vidaloka"/>
                <a:ea typeface="Vidaloka"/>
                <a:cs typeface="Vidaloka"/>
                <a:sym typeface="Vidaloka"/>
              </a:defRPr>
            </a:lvl9pPr>
          </a:lstStyle>
          <a:p/>
        </p:txBody>
      </p:sp>
      <p:sp>
        <p:nvSpPr>
          <p:cNvPr id="552" name="Google Shape;552;p72"/>
          <p:cNvSpPr txBox="1"/>
          <p:nvPr>
            <p:ph type="subTitle" idx="2"/>
          </p:nvPr>
        </p:nvSpPr>
        <p:spPr>
          <a:xfrm>
            <a:off x="2247500" y="1790050"/>
            <a:ext cx="5160300" cy="2754000"/>
          </a:xfrm>
          <a:prstGeom prst="rect">
            <a:avLst/>
          </a:prstGeom>
        </p:spPr>
        <p:txBody>
          <a:bodyPr spcFirstLastPara="1" wrap="square" lIns="91425" tIns="91425" rIns="91425" bIns="91425" anchor="t" anchorCtr="0">
            <a:noAutofit/>
          </a:bodyPr>
          <a:lstStyle>
            <a:lvl1pPr marR="50800" lvl="0">
              <a:lnSpc>
                <a:spcPct val="166000"/>
              </a:lnSpc>
              <a:spcBef>
                <a:spcPts val="0"/>
              </a:spcBef>
              <a:spcAft>
                <a:spcPts val="0"/>
              </a:spcAft>
              <a:buClr>
                <a:schemeClr val="accent1"/>
              </a:buClr>
              <a:buSzPts val="1400"/>
              <a:buChar char="●"/>
              <a:defRPr sz="1400">
                <a:solidFill>
                  <a:srgbClr val="374957"/>
                </a:solidFill>
              </a:defRPr>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553" name="Google Shape;553;p72"/>
          <p:cNvSpPr txBox="1"/>
          <p:nvPr>
            <p:ph type="title"/>
          </p:nvPr>
        </p:nvSpPr>
        <p:spPr>
          <a:xfrm>
            <a:off x="713225" y="445025"/>
            <a:ext cx="42972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554" name="Google Shape;554;p7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55" name="Google Shape;555;p7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556" name="Shape 556"/>
        <p:cNvGrpSpPr/>
        <p:nvPr/>
      </p:nvGrpSpPr>
      <p:grpSpPr>
        <a:xfrm>
          <a:off x="0" y="0"/>
          <a:ext cx="0" cy="0"/>
          <a:chOff x="0" y="0"/>
          <a:chExt cx="0" cy="0"/>
        </a:xfrm>
      </p:grpSpPr>
      <p:sp>
        <p:nvSpPr>
          <p:cNvPr id="557" name="Google Shape;557;p73"/>
          <p:cNvSpPr txBox="1"/>
          <p:nvPr>
            <p:ph type="title"/>
          </p:nvPr>
        </p:nvSpPr>
        <p:spPr>
          <a:xfrm>
            <a:off x="1122500" y="1073000"/>
            <a:ext cx="6899100" cy="28566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558" name="Google Shape;558;p7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59" name="Google Shape;559;p7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60" name="Google Shape;560;p73"/>
          <p:cNvCxnSpPr/>
          <p:nvPr/>
        </p:nvCxnSpPr>
        <p:spPr>
          <a:xfrm flipH="1">
            <a:off x="7093250" y="3935075"/>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61" name="Google Shape;561;p73"/>
          <p:cNvCxnSpPr/>
          <p:nvPr/>
        </p:nvCxnSpPr>
        <p:spPr>
          <a:xfrm flipH="1">
            <a:off x="-420450" y="-121600"/>
            <a:ext cx="2332800" cy="1347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562" name="Shape 562"/>
        <p:cNvGrpSpPr/>
        <p:nvPr/>
      </p:nvGrpSpPr>
      <p:grpSpPr>
        <a:xfrm>
          <a:off x="0" y="0"/>
          <a:ext cx="0" cy="0"/>
          <a:chOff x="0" y="0"/>
          <a:chExt cx="0" cy="0"/>
        </a:xfrm>
      </p:grpSpPr>
      <p:sp>
        <p:nvSpPr>
          <p:cNvPr id="563" name="Google Shape;563;p74"/>
          <p:cNvSpPr txBox="1"/>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564" name="Google Shape;564;p74"/>
          <p:cNvSpPr txBox="1"/>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565" name="Google Shape;565;p7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66" name="Google Shape;566;p7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67" name="Google Shape;567;p74"/>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568" name="Shape 568"/>
        <p:cNvGrpSpPr/>
        <p:nvPr/>
      </p:nvGrpSpPr>
      <p:grpSpPr>
        <a:xfrm>
          <a:off x="0" y="0"/>
          <a:ext cx="0" cy="0"/>
          <a:chOff x="0" y="0"/>
          <a:chExt cx="0" cy="0"/>
        </a:xfrm>
      </p:grpSpPr>
      <p:sp>
        <p:nvSpPr>
          <p:cNvPr id="569" name="Google Shape;569;p75"/>
          <p:cNvSpPr txBox="1"/>
          <p:nvPr>
            <p:ph type="body" idx="1"/>
          </p:nvPr>
        </p:nvSpPr>
        <p:spPr>
          <a:xfrm>
            <a:off x="713225" y="441927"/>
            <a:ext cx="3557100" cy="9777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570" name="Google Shape;570;p7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71" name="Google Shape;571;p7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72" name="Google Shape;572;p75"/>
          <p:cNvCxnSpPr/>
          <p:nvPr/>
        </p:nvCxnSpPr>
        <p:spPr>
          <a:xfrm rot="10800000" flipH="1">
            <a:off x="6144975" y="3103725"/>
            <a:ext cx="3118200" cy="22011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573" name="Shape 573"/>
        <p:cNvGrpSpPr/>
        <p:nvPr/>
      </p:nvGrpSpPr>
      <p:grpSpPr>
        <a:xfrm>
          <a:off x="0" y="0"/>
          <a:ext cx="0" cy="0"/>
          <a:chOff x="0" y="0"/>
          <a:chExt cx="0" cy="0"/>
        </a:xfrm>
      </p:grpSpPr>
      <p:sp>
        <p:nvSpPr>
          <p:cNvPr id="574" name="Google Shape;574;p76"/>
          <p:cNvSpPr txBox="1"/>
          <p:nvPr>
            <p:ph type="title" hasCustomPrompt="1"/>
          </p:nvPr>
        </p:nvSpPr>
        <p:spPr>
          <a:xfrm>
            <a:off x="713225" y="1345363"/>
            <a:ext cx="7717500" cy="1644300"/>
          </a:xfrm>
          <a:prstGeom prst="rect">
            <a:avLst/>
          </a:prstGeom>
        </p:spPr>
        <p:txBody>
          <a:bodyPr spcFirstLastPara="1" wrap="square" lIns="91425" tIns="91425" rIns="91425" bIns="91425" anchor="t" anchorCtr="0">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75" name="Google Shape;575;p76"/>
          <p:cNvSpPr txBox="1"/>
          <p:nvPr>
            <p:ph type="subTitle" idx="1"/>
          </p:nvPr>
        </p:nvSpPr>
        <p:spPr>
          <a:xfrm>
            <a:off x="1514325" y="3188648"/>
            <a:ext cx="6120300" cy="375000"/>
          </a:xfrm>
          <a:prstGeom prst="rect">
            <a:avLst/>
          </a:prstGeom>
        </p:spPr>
        <p:txBody>
          <a:bodyPr spcFirstLastPara="1" wrap="square" lIns="91425" tIns="91425" rIns="91425" bIns="91425" anchor="t" anchorCtr="0">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576" name="Google Shape;576;p7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77" name="Google Shape;577;p7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78" name="Google Shape;578;p7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579" name="Google Shape;579;p7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matchingName="Blank">
  <p:cSld name="BLANK">
    <p:bg>
      <p:bgPr>
        <a:noFill/>
        <a:effectLst/>
      </p:bgPr>
    </p:bg>
    <p:spTree>
      <p:nvGrpSpPr>
        <p:cNvPr id="580" name="Shape 580"/>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581" name="Shape 581"/>
        <p:cNvGrpSpPr/>
        <p:nvPr/>
      </p:nvGrpSpPr>
      <p:grpSpPr>
        <a:xfrm>
          <a:off x="0" y="0"/>
          <a:ext cx="0" cy="0"/>
          <a:chOff x="0" y="0"/>
          <a:chExt cx="0" cy="0"/>
        </a:xfrm>
      </p:grpSpPr>
      <p:sp>
        <p:nvSpPr>
          <p:cNvPr id="582" name="Google Shape;582;p78"/>
          <p:cNvSpPr txBox="1"/>
          <p:nvPr>
            <p:ph type="title"/>
          </p:nvPr>
        </p:nvSpPr>
        <p:spPr>
          <a:xfrm>
            <a:off x="713225" y="445025"/>
            <a:ext cx="3583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83" name="Google Shape;583;p78"/>
          <p:cNvSpPr txBox="1"/>
          <p:nvPr>
            <p:ph type="subTitle" idx="1"/>
          </p:nvPr>
        </p:nvSpPr>
        <p:spPr>
          <a:xfrm>
            <a:off x="5001000" y="1942925"/>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584" name="Google Shape;584;p78"/>
          <p:cNvSpPr txBox="1"/>
          <p:nvPr>
            <p:ph type="subTitle" idx="2"/>
          </p:nvPr>
        </p:nvSpPr>
        <p:spPr>
          <a:xfrm>
            <a:off x="5001000" y="2255100"/>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5" name="Google Shape;585;p78"/>
          <p:cNvSpPr txBox="1"/>
          <p:nvPr>
            <p:ph type="subTitle" idx="3"/>
          </p:nvPr>
        </p:nvSpPr>
        <p:spPr>
          <a:xfrm>
            <a:off x="1655200" y="1942925"/>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586" name="Google Shape;586;p78"/>
          <p:cNvSpPr txBox="1"/>
          <p:nvPr>
            <p:ph type="subTitle" idx="4"/>
          </p:nvPr>
        </p:nvSpPr>
        <p:spPr>
          <a:xfrm>
            <a:off x="1655200" y="2255100"/>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7" name="Google Shape;587;p78"/>
          <p:cNvSpPr txBox="1"/>
          <p:nvPr>
            <p:ph type="subTitle" idx="5"/>
          </p:nvPr>
        </p:nvSpPr>
        <p:spPr>
          <a:xfrm>
            <a:off x="5001000" y="3723950"/>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588" name="Google Shape;588;p78"/>
          <p:cNvSpPr txBox="1"/>
          <p:nvPr>
            <p:ph type="subTitle" idx="6"/>
          </p:nvPr>
        </p:nvSpPr>
        <p:spPr>
          <a:xfrm>
            <a:off x="5001000" y="4036125"/>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9" name="Google Shape;589;p78"/>
          <p:cNvSpPr txBox="1"/>
          <p:nvPr>
            <p:ph type="subTitle" idx="7"/>
          </p:nvPr>
        </p:nvSpPr>
        <p:spPr>
          <a:xfrm>
            <a:off x="1655200" y="3723950"/>
            <a:ext cx="2486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590" name="Google Shape;590;p78"/>
          <p:cNvSpPr txBox="1"/>
          <p:nvPr>
            <p:ph type="subTitle" idx="8"/>
          </p:nvPr>
        </p:nvSpPr>
        <p:spPr>
          <a:xfrm>
            <a:off x="1655250" y="4036125"/>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1" name="Google Shape;591;p78"/>
          <p:cNvSpPr txBox="1"/>
          <p:nvPr>
            <p:ph type="title" idx="9" hasCustomPrompt="1"/>
          </p:nvPr>
        </p:nvSpPr>
        <p:spPr>
          <a:xfrm>
            <a:off x="2378650" y="130358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592" name="Google Shape;592;p78"/>
          <p:cNvSpPr txBox="1"/>
          <p:nvPr>
            <p:ph type="title" idx="13" hasCustomPrompt="1"/>
          </p:nvPr>
        </p:nvSpPr>
        <p:spPr>
          <a:xfrm>
            <a:off x="5724450" y="130358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593" name="Google Shape;593;p78"/>
          <p:cNvSpPr txBox="1"/>
          <p:nvPr>
            <p:ph type="title" idx="14" hasCustomPrompt="1"/>
          </p:nvPr>
        </p:nvSpPr>
        <p:spPr>
          <a:xfrm>
            <a:off x="2378700" y="308273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594" name="Google Shape;594;p78"/>
          <p:cNvSpPr txBox="1"/>
          <p:nvPr>
            <p:ph type="title" idx="15" hasCustomPrompt="1"/>
          </p:nvPr>
        </p:nvSpPr>
        <p:spPr>
          <a:xfrm>
            <a:off x="5724450" y="3082738"/>
            <a:ext cx="1039200" cy="667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cxnSp>
        <p:nvCxnSpPr>
          <p:cNvPr id="595" name="Google Shape;595;p7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6" name="Google Shape;596;p7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597" name="Shape 597"/>
        <p:cNvGrpSpPr/>
        <p:nvPr/>
      </p:nvGrpSpPr>
      <p:grpSpPr>
        <a:xfrm>
          <a:off x="0" y="0"/>
          <a:ext cx="0" cy="0"/>
          <a:chOff x="0" y="0"/>
          <a:chExt cx="0" cy="0"/>
        </a:xfrm>
      </p:grpSpPr>
      <p:sp>
        <p:nvSpPr>
          <p:cNvPr id="598" name="Google Shape;598;p79"/>
          <p:cNvSpPr txBox="1"/>
          <p:nvPr>
            <p:ph type="title"/>
          </p:nvPr>
        </p:nvSpPr>
        <p:spPr>
          <a:xfrm>
            <a:off x="7200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99" name="Google Shape;599;p79"/>
          <p:cNvSpPr txBox="1"/>
          <p:nvPr>
            <p:ph type="title" idx="2" hasCustomPrompt="1"/>
          </p:nvPr>
        </p:nvSpPr>
        <p:spPr>
          <a:xfrm>
            <a:off x="14826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00" name="Google Shape;600;p79"/>
          <p:cNvSpPr txBox="1"/>
          <p:nvPr>
            <p:ph type="subTitle" idx="1"/>
          </p:nvPr>
        </p:nvSpPr>
        <p:spPr>
          <a:xfrm>
            <a:off x="720000" y="2081199"/>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1" name="Google Shape;601;p79"/>
          <p:cNvSpPr txBox="1"/>
          <p:nvPr>
            <p:ph type="title" idx="3"/>
          </p:nvPr>
        </p:nvSpPr>
        <p:spPr>
          <a:xfrm>
            <a:off x="34038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02" name="Google Shape;602;p79"/>
          <p:cNvSpPr txBox="1"/>
          <p:nvPr>
            <p:ph type="title" idx="4" hasCustomPrompt="1"/>
          </p:nvPr>
        </p:nvSpPr>
        <p:spPr>
          <a:xfrm>
            <a:off x="41664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03" name="Google Shape;603;p79"/>
          <p:cNvSpPr txBox="1"/>
          <p:nvPr>
            <p:ph type="subTitle" idx="5"/>
          </p:nvPr>
        </p:nvSpPr>
        <p:spPr>
          <a:xfrm>
            <a:off x="3403800" y="2081208"/>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4" name="Google Shape;604;p79"/>
          <p:cNvSpPr txBox="1"/>
          <p:nvPr>
            <p:ph type="title" idx="6"/>
          </p:nvPr>
        </p:nvSpPr>
        <p:spPr>
          <a:xfrm>
            <a:off x="6087600" y="1677218"/>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05" name="Google Shape;605;p79"/>
          <p:cNvSpPr txBox="1"/>
          <p:nvPr>
            <p:ph type="title" idx="7" hasCustomPrompt="1"/>
          </p:nvPr>
        </p:nvSpPr>
        <p:spPr>
          <a:xfrm>
            <a:off x="6850200" y="1095325"/>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06" name="Google Shape;606;p79"/>
          <p:cNvSpPr txBox="1"/>
          <p:nvPr>
            <p:ph type="subTitle" idx="8"/>
          </p:nvPr>
        </p:nvSpPr>
        <p:spPr>
          <a:xfrm>
            <a:off x="6087600" y="2081208"/>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7" name="Google Shape;607;p79"/>
          <p:cNvSpPr txBox="1"/>
          <p:nvPr>
            <p:ph type="title" idx="9"/>
          </p:nvPr>
        </p:nvSpPr>
        <p:spPr>
          <a:xfrm>
            <a:off x="7200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08" name="Google Shape;608;p79"/>
          <p:cNvSpPr txBox="1"/>
          <p:nvPr>
            <p:ph type="title" idx="13" hasCustomPrompt="1"/>
          </p:nvPr>
        </p:nvSpPr>
        <p:spPr>
          <a:xfrm>
            <a:off x="14826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09" name="Google Shape;609;p79"/>
          <p:cNvSpPr txBox="1"/>
          <p:nvPr>
            <p:ph type="subTitle" idx="14"/>
          </p:nvPr>
        </p:nvSpPr>
        <p:spPr>
          <a:xfrm>
            <a:off x="7200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0" name="Google Shape;610;p79"/>
          <p:cNvSpPr txBox="1"/>
          <p:nvPr>
            <p:ph type="title" idx="15"/>
          </p:nvPr>
        </p:nvSpPr>
        <p:spPr>
          <a:xfrm>
            <a:off x="34038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1" name="Google Shape;611;p79"/>
          <p:cNvSpPr txBox="1"/>
          <p:nvPr>
            <p:ph type="title" idx="16" hasCustomPrompt="1"/>
          </p:nvPr>
        </p:nvSpPr>
        <p:spPr>
          <a:xfrm>
            <a:off x="41664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12" name="Google Shape;612;p79"/>
          <p:cNvSpPr txBox="1"/>
          <p:nvPr>
            <p:ph type="subTitle" idx="17"/>
          </p:nvPr>
        </p:nvSpPr>
        <p:spPr>
          <a:xfrm>
            <a:off x="34038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3" name="Google Shape;613;p79"/>
          <p:cNvSpPr txBox="1"/>
          <p:nvPr>
            <p:ph type="title" idx="18"/>
          </p:nvPr>
        </p:nvSpPr>
        <p:spPr>
          <a:xfrm>
            <a:off x="6087600" y="3313579"/>
            <a:ext cx="2336400" cy="405000"/>
          </a:xfrm>
          <a:prstGeom prst="rect">
            <a:avLst/>
          </a:prstGeom>
        </p:spPr>
        <p:txBody>
          <a:bodyPr spcFirstLastPara="1" wrap="square" lIns="91425" tIns="91425" rIns="91425" bIns="91425" anchor="t" anchorCtr="0">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4" name="Google Shape;614;p79"/>
          <p:cNvSpPr txBox="1"/>
          <p:nvPr>
            <p:ph type="title" idx="19" hasCustomPrompt="1"/>
          </p:nvPr>
        </p:nvSpPr>
        <p:spPr>
          <a:xfrm>
            <a:off x="6850200" y="2714087"/>
            <a:ext cx="811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900"/>
              <a:buNone/>
              <a:defRPr sz="3800"/>
            </a:lvl1pPr>
            <a:lvl2pPr lvl="1">
              <a:spcBef>
                <a:spcPts val="0"/>
              </a:spcBef>
              <a:spcAft>
                <a:spcPts val="0"/>
              </a:spcAft>
              <a:buSzPts val="3900"/>
              <a:buNone/>
              <a:defRPr sz="3900"/>
            </a:lvl2pPr>
            <a:lvl3pPr lvl="2">
              <a:spcBef>
                <a:spcPts val="0"/>
              </a:spcBef>
              <a:spcAft>
                <a:spcPts val="0"/>
              </a:spcAft>
              <a:buSzPts val="3900"/>
              <a:buNone/>
              <a:defRPr sz="3900"/>
            </a:lvl3pPr>
            <a:lvl4pPr lvl="3">
              <a:spcBef>
                <a:spcPts val="0"/>
              </a:spcBef>
              <a:spcAft>
                <a:spcPts val="0"/>
              </a:spcAft>
              <a:buSzPts val="3900"/>
              <a:buNone/>
              <a:defRPr sz="3900"/>
            </a:lvl4pPr>
            <a:lvl5pPr lvl="4">
              <a:spcBef>
                <a:spcPts val="0"/>
              </a:spcBef>
              <a:spcAft>
                <a:spcPts val="0"/>
              </a:spcAft>
              <a:buSzPts val="3900"/>
              <a:buNone/>
              <a:defRPr sz="3900"/>
            </a:lvl5pPr>
            <a:lvl6pPr lvl="5">
              <a:spcBef>
                <a:spcPts val="0"/>
              </a:spcBef>
              <a:spcAft>
                <a:spcPts val="0"/>
              </a:spcAft>
              <a:buSzPts val="3900"/>
              <a:buNone/>
              <a:defRPr sz="3900"/>
            </a:lvl6pPr>
            <a:lvl7pPr lvl="6">
              <a:spcBef>
                <a:spcPts val="0"/>
              </a:spcBef>
              <a:spcAft>
                <a:spcPts val="0"/>
              </a:spcAft>
              <a:buSzPts val="3900"/>
              <a:buNone/>
              <a:defRPr sz="3900"/>
            </a:lvl7pPr>
            <a:lvl8pPr lvl="7">
              <a:spcBef>
                <a:spcPts val="0"/>
              </a:spcBef>
              <a:spcAft>
                <a:spcPts val="0"/>
              </a:spcAft>
              <a:buSzPts val="3900"/>
              <a:buNone/>
              <a:defRPr sz="3900"/>
            </a:lvl8pPr>
            <a:lvl9pPr lvl="8">
              <a:spcBef>
                <a:spcPts val="0"/>
              </a:spcBef>
              <a:spcAft>
                <a:spcPts val="0"/>
              </a:spcAft>
              <a:buSzPts val="3900"/>
              <a:buNone/>
              <a:defRPr sz="3900"/>
            </a:lvl9pPr>
          </a:lstStyle>
          <a:p>
            <a:r>
              <a:t>xx%</a:t>
            </a:r>
          </a:p>
        </p:txBody>
      </p:sp>
      <p:sp>
        <p:nvSpPr>
          <p:cNvPr id="615" name="Google Shape;615;p79"/>
          <p:cNvSpPr txBox="1"/>
          <p:nvPr>
            <p:ph type="subTitle" idx="20"/>
          </p:nvPr>
        </p:nvSpPr>
        <p:spPr>
          <a:xfrm>
            <a:off x="6087600" y="3705863"/>
            <a:ext cx="2336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solidFill>
                  <a:schemeClr val="dk1"/>
                </a:solidFill>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6" name="Google Shape;616;p79"/>
          <p:cNvSpPr txBox="1"/>
          <p:nvPr>
            <p:ph type="title" idx="21"/>
          </p:nvPr>
        </p:nvSpPr>
        <p:spPr>
          <a:xfrm>
            <a:off x="2332400" y="445025"/>
            <a:ext cx="44793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617" name="Google Shape;617;p7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18" name="Google Shape;618;p7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19" name="Google Shape;619;p7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20" name="Google Shape;620;p7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621" name="Shape 621"/>
        <p:cNvGrpSpPr/>
        <p:nvPr/>
      </p:nvGrpSpPr>
      <p:grpSpPr>
        <a:xfrm>
          <a:off x="0" y="0"/>
          <a:ext cx="0" cy="0"/>
          <a:chOff x="0" y="0"/>
          <a:chExt cx="0" cy="0"/>
        </a:xfrm>
      </p:grpSpPr>
      <p:sp>
        <p:nvSpPr>
          <p:cNvPr id="622" name="Google Shape;622;p80"/>
          <p:cNvSpPr txBox="1"/>
          <p:nvPr>
            <p:ph type="title"/>
          </p:nvPr>
        </p:nvSpPr>
        <p:spPr>
          <a:xfrm>
            <a:off x="2410500" y="2808253"/>
            <a:ext cx="4323000" cy="497700"/>
          </a:xfrm>
          <a:prstGeom prst="rect">
            <a:avLst/>
          </a:prstGeom>
        </p:spPr>
        <p:txBody>
          <a:bodyPr spcFirstLastPara="1" wrap="square" lIns="91425" tIns="91425" rIns="91425" bIns="91425" anchor="t" anchorCtr="0">
            <a:noAutofit/>
          </a:bodyPr>
          <a:lstStyle>
            <a:lvl1pPr lvl="0" algn="ctr">
              <a:spcBef>
                <a:spcPts val="0"/>
              </a:spcBef>
              <a:spcAft>
                <a:spcPts val="0"/>
              </a:spcAft>
              <a:buSzPts val="4800"/>
              <a:buNone/>
              <a:defRPr/>
            </a:lvl1pPr>
            <a:lvl2pPr lvl="1" algn="ctr">
              <a:spcBef>
                <a:spcPts val="0"/>
              </a:spcBef>
              <a:spcAft>
                <a:spcPts val="0"/>
              </a:spcAft>
              <a:buSzPts val="4800"/>
              <a:buFont typeface="Crimson Text"/>
              <a:buNone/>
              <a:defRPr sz="4800">
                <a:latin typeface="Crimson Text"/>
                <a:ea typeface="Crimson Text"/>
                <a:cs typeface="Crimson Text"/>
                <a:sym typeface="Crimson Text"/>
              </a:defRPr>
            </a:lvl2pPr>
            <a:lvl3pPr lvl="2" algn="ctr">
              <a:spcBef>
                <a:spcPts val="0"/>
              </a:spcBef>
              <a:spcAft>
                <a:spcPts val="0"/>
              </a:spcAft>
              <a:buSzPts val="4800"/>
              <a:buFont typeface="Crimson Text"/>
              <a:buNone/>
              <a:defRPr sz="4800">
                <a:latin typeface="Crimson Text"/>
                <a:ea typeface="Crimson Text"/>
                <a:cs typeface="Crimson Text"/>
                <a:sym typeface="Crimson Text"/>
              </a:defRPr>
            </a:lvl3pPr>
            <a:lvl4pPr lvl="3" algn="ctr">
              <a:spcBef>
                <a:spcPts val="0"/>
              </a:spcBef>
              <a:spcAft>
                <a:spcPts val="0"/>
              </a:spcAft>
              <a:buSzPts val="4800"/>
              <a:buFont typeface="Crimson Text"/>
              <a:buNone/>
              <a:defRPr sz="4800">
                <a:latin typeface="Crimson Text"/>
                <a:ea typeface="Crimson Text"/>
                <a:cs typeface="Crimson Text"/>
                <a:sym typeface="Crimson Text"/>
              </a:defRPr>
            </a:lvl4pPr>
            <a:lvl5pPr lvl="4" algn="ctr">
              <a:spcBef>
                <a:spcPts val="0"/>
              </a:spcBef>
              <a:spcAft>
                <a:spcPts val="0"/>
              </a:spcAft>
              <a:buSzPts val="4800"/>
              <a:buFont typeface="Crimson Text"/>
              <a:buNone/>
              <a:defRPr sz="4800">
                <a:latin typeface="Crimson Text"/>
                <a:ea typeface="Crimson Text"/>
                <a:cs typeface="Crimson Text"/>
                <a:sym typeface="Crimson Text"/>
              </a:defRPr>
            </a:lvl5pPr>
            <a:lvl6pPr lvl="5" algn="ctr">
              <a:spcBef>
                <a:spcPts val="0"/>
              </a:spcBef>
              <a:spcAft>
                <a:spcPts val="0"/>
              </a:spcAft>
              <a:buSzPts val="4800"/>
              <a:buFont typeface="Crimson Text"/>
              <a:buNone/>
              <a:defRPr sz="4800">
                <a:latin typeface="Crimson Text"/>
                <a:ea typeface="Crimson Text"/>
                <a:cs typeface="Crimson Text"/>
                <a:sym typeface="Crimson Text"/>
              </a:defRPr>
            </a:lvl6pPr>
            <a:lvl7pPr lvl="6" algn="ctr">
              <a:spcBef>
                <a:spcPts val="0"/>
              </a:spcBef>
              <a:spcAft>
                <a:spcPts val="0"/>
              </a:spcAft>
              <a:buSzPts val="4800"/>
              <a:buFont typeface="Crimson Text"/>
              <a:buNone/>
              <a:defRPr sz="4800">
                <a:latin typeface="Crimson Text"/>
                <a:ea typeface="Crimson Text"/>
                <a:cs typeface="Crimson Text"/>
                <a:sym typeface="Crimson Text"/>
              </a:defRPr>
            </a:lvl7pPr>
            <a:lvl8pPr lvl="7" algn="ctr">
              <a:spcBef>
                <a:spcPts val="0"/>
              </a:spcBef>
              <a:spcAft>
                <a:spcPts val="0"/>
              </a:spcAft>
              <a:buSzPts val="4800"/>
              <a:buFont typeface="Crimson Text"/>
              <a:buNone/>
              <a:defRPr sz="4800">
                <a:latin typeface="Crimson Text"/>
                <a:ea typeface="Crimson Text"/>
                <a:cs typeface="Crimson Text"/>
                <a:sym typeface="Crimson Text"/>
              </a:defRPr>
            </a:lvl8pPr>
            <a:lvl9pPr lvl="8"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623" name="Google Shape;623;p80"/>
          <p:cNvSpPr txBox="1"/>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624" name="Google Shape;624;p8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25" name="Google Shape;625;p8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626" name="Shape 626"/>
        <p:cNvGrpSpPr/>
        <p:nvPr/>
      </p:nvGrpSpPr>
      <p:grpSpPr>
        <a:xfrm>
          <a:off x="0" y="0"/>
          <a:ext cx="0" cy="0"/>
          <a:chOff x="0" y="0"/>
          <a:chExt cx="0" cy="0"/>
        </a:xfrm>
      </p:grpSpPr>
      <p:sp>
        <p:nvSpPr>
          <p:cNvPr id="627" name="Google Shape;627;p81"/>
          <p:cNvSpPr txBox="1"/>
          <p:nvPr>
            <p:ph type="title"/>
          </p:nvPr>
        </p:nvSpPr>
        <p:spPr>
          <a:xfrm>
            <a:off x="699900" y="2821263"/>
            <a:ext cx="4323000" cy="4977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a:lvl1pPr>
            <a:lvl2pPr lvl="1" algn="ctr">
              <a:spcBef>
                <a:spcPts val="0"/>
              </a:spcBef>
              <a:spcAft>
                <a:spcPts val="0"/>
              </a:spcAft>
              <a:buSzPts val="4800"/>
              <a:buFont typeface="Crimson Text"/>
              <a:buNone/>
              <a:defRPr sz="4800">
                <a:latin typeface="Crimson Text"/>
                <a:ea typeface="Crimson Text"/>
                <a:cs typeface="Crimson Text"/>
                <a:sym typeface="Crimson Text"/>
              </a:defRPr>
            </a:lvl2pPr>
            <a:lvl3pPr lvl="2" algn="ctr">
              <a:spcBef>
                <a:spcPts val="0"/>
              </a:spcBef>
              <a:spcAft>
                <a:spcPts val="0"/>
              </a:spcAft>
              <a:buSzPts val="4800"/>
              <a:buFont typeface="Crimson Text"/>
              <a:buNone/>
              <a:defRPr sz="4800">
                <a:latin typeface="Crimson Text"/>
                <a:ea typeface="Crimson Text"/>
                <a:cs typeface="Crimson Text"/>
                <a:sym typeface="Crimson Text"/>
              </a:defRPr>
            </a:lvl3pPr>
            <a:lvl4pPr lvl="3" algn="ctr">
              <a:spcBef>
                <a:spcPts val="0"/>
              </a:spcBef>
              <a:spcAft>
                <a:spcPts val="0"/>
              </a:spcAft>
              <a:buSzPts val="4800"/>
              <a:buFont typeface="Crimson Text"/>
              <a:buNone/>
              <a:defRPr sz="4800">
                <a:latin typeface="Crimson Text"/>
                <a:ea typeface="Crimson Text"/>
                <a:cs typeface="Crimson Text"/>
                <a:sym typeface="Crimson Text"/>
              </a:defRPr>
            </a:lvl4pPr>
            <a:lvl5pPr lvl="4" algn="ctr">
              <a:spcBef>
                <a:spcPts val="0"/>
              </a:spcBef>
              <a:spcAft>
                <a:spcPts val="0"/>
              </a:spcAft>
              <a:buSzPts val="4800"/>
              <a:buFont typeface="Crimson Text"/>
              <a:buNone/>
              <a:defRPr sz="4800">
                <a:latin typeface="Crimson Text"/>
                <a:ea typeface="Crimson Text"/>
                <a:cs typeface="Crimson Text"/>
                <a:sym typeface="Crimson Text"/>
              </a:defRPr>
            </a:lvl5pPr>
            <a:lvl6pPr lvl="5" algn="ctr">
              <a:spcBef>
                <a:spcPts val="0"/>
              </a:spcBef>
              <a:spcAft>
                <a:spcPts val="0"/>
              </a:spcAft>
              <a:buSzPts val="4800"/>
              <a:buFont typeface="Crimson Text"/>
              <a:buNone/>
              <a:defRPr sz="4800">
                <a:latin typeface="Crimson Text"/>
                <a:ea typeface="Crimson Text"/>
                <a:cs typeface="Crimson Text"/>
                <a:sym typeface="Crimson Text"/>
              </a:defRPr>
            </a:lvl6pPr>
            <a:lvl7pPr lvl="6" algn="ctr">
              <a:spcBef>
                <a:spcPts val="0"/>
              </a:spcBef>
              <a:spcAft>
                <a:spcPts val="0"/>
              </a:spcAft>
              <a:buSzPts val="4800"/>
              <a:buFont typeface="Crimson Text"/>
              <a:buNone/>
              <a:defRPr sz="4800">
                <a:latin typeface="Crimson Text"/>
                <a:ea typeface="Crimson Text"/>
                <a:cs typeface="Crimson Text"/>
                <a:sym typeface="Crimson Text"/>
              </a:defRPr>
            </a:lvl7pPr>
            <a:lvl8pPr lvl="7" algn="ctr">
              <a:spcBef>
                <a:spcPts val="0"/>
              </a:spcBef>
              <a:spcAft>
                <a:spcPts val="0"/>
              </a:spcAft>
              <a:buSzPts val="4800"/>
              <a:buFont typeface="Crimson Text"/>
              <a:buNone/>
              <a:defRPr sz="4800">
                <a:latin typeface="Crimson Text"/>
                <a:ea typeface="Crimson Text"/>
                <a:cs typeface="Crimson Text"/>
                <a:sym typeface="Crimson Text"/>
              </a:defRPr>
            </a:lvl8pPr>
            <a:lvl9pPr lvl="8"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628" name="Google Shape;628;p81"/>
          <p:cNvSpPr txBox="1"/>
          <p:nvPr>
            <p:ph type="subTitle" idx="1"/>
          </p:nvPr>
        </p:nvSpPr>
        <p:spPr>
          <a:xfrm>
            <a:off x="699900" y="1675902"/>
            <a:ext cx="5458200" cy="997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629" name="Google Shape;629;p8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0" name="Google Shape;630;p8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1" name="Google Shape;631;p81"/>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32" name="Google Shape;632;p81"/>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633" name="Shape 633"/>
        <p:cNvGrpSpPr/>
        <p:nvPr/>
      </p:nvGrpSpPr>
      <p:grpSpPr>
        <a:xfrm>
          <a:off x="0" y="0"/>
          <a:ext cx="0" cy="0"/>
          <a:chOff x="0" y="0"/>
          <a:chExt cx="0" cy="0"/>
        </a:xfrm>
      </p:grpSpPr>
      <p:sp>
        <p:nvSpPr>
          <p:cNvPr id="634" name="Google Shape;634;p82"/>
          <p:cNvSpPr txBox="1"/>
          <p:nvPr>
            <p:ph type="subTitle" idx="1"/>
          </p:nvPr>
        </p:nvSpPr>
        <p:spPr>
          <a:xfrm>
            <a:off x="2648400" y="1682000"/>
            <a:ext cx="3847200" cy="2379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635" name="Google Shape;635;p82"/>
          <p:cNvSpPr txBox="1"/>
          <p:nvPr>
            <p:ph type="title"/>
          </p:nvPr>
        </p:nvSpPr>
        <p:spPr>
          <a:xfrm>
            <a:off x="1732050" y="445025"/>
            <a:ext cx="5679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cxnSp>
        <p:nvCxnSpPr>
          <p:cNvPr id="636" name="Google Shape;636;p8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7" name="Google Shape;637;p8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38" name="Google Shape;638;p8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39" name="Google Shape;639;p8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640" name="Shape 640"/>
        <p:cNvGrpSpPr/>
        <p:nvPr/>
      </p:nvGrpSpPr>
      <p:grpSpPr>
        <a:xfrm>
          <a:off x="0" y="0"/>
          <a:ext cx="0" cy="0"/>
          <a:chOff x="0" y="0"/>
          <a:chExt cx="0" cy="0"/>
        </a:xfrm>
      </p:grpSpPr>
      <p:sp>
        <p:nvSpPr>
          <p:cNvPr id="641" name="Google Shape;641;p83"/>
          <p:cNvSpPr txBox="1"/>
          <p:nvPr>
            <p:ph type="title"/>
          </p:nvPr>
        </p:nvSpPr>
        <p:spPr>
          <a:xfrm>
            <a:off x="1994850" y="1482825"/>
            <a:ext cx="5154300" cy="1291200"/>
          </a:xfrm>
          <a:prstGeom prst="rect">
            <a:avLst/>
          </a:prstGeom>
        </p:spPr>
        <p:txBody>
          <a:bodyPr spcFirstLastPara="1" wrap="square" lIns="91425" tIns="91425" rIns="91425" bIns="91425" anchor="t" anchorCtr="0">
            <a:noAutofit/>
          </a:bodyPr>
          <a:lstStyle>
            <a:lvl1pPr lvl="0" algn="ctr">
              <a:spcBef>
                <a:spcPts val="0"/>
              </a:spcBef>
              <a:spcAft>
                <a:spcPts val="0"/>
              </a:spcAft>
              <a:buSzPts val="9000"/>
              <a:buNone/>
              <a:defRPr sz="90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
        <p:nvSpPr>
          <p:cNvPr id="642" name="Google Shape;642;p83"/>
          <p:cNvSpPr txBox="1"/>
          <p:nvPr>
            <p:ph type="subTitle" idx="1"/>
          </p:nvPr>
        </p:nvSpPr>
        <p:spPr>
          <a:xfrm>
            <a:off x="2299500" y="2972150"/>
            <a:ext cx="4545000" cy="554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cxnSp>
        <p:nvCxnSpPr>
          <p:cNvPr id="643" name="Google Shape;643;p8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4" name="Google Shape;644;p8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645" name="Shape 645"/>
        <p:cNvGrpSpPr/>
        <p:nvPr/>
      </p:nvGrpSpPr>
      <p:grpSpPr>
        <a:xfrm>
          <a:off x="0" y="0"/>
          <a:ext cx="0" cy="0"/>
          <a:chOff x="0" y="0"/>
          <a:chExt cx="0" cy="0"/>
        </a:xfrm>
      </p:grpSpPr>
      <p:sp>
        <p:nvSpPr>
          <p:cNvPr id="646" name="Google Shape;646;p84"/>
          <p:cNvSpPr txBox="1"/>
          <p:nvPr>
            <p:ph type="title"/>
          </p:nvPr>
        </p:nvSpPr>
        <p:spPr>
          <a:xfrm>
            <a:off x="3742850" y="1549875"/>
            <a:ext cx="4545000" cy="1291200"/>
          </a:xfrm>
          <a:prstGeom prst="rect">
            <a:avLst/>
          </a:prstGeom>
        </p:spPr>
        <p:txBody>
          <a:bodyPr spcFirstLastPara="1" wrap="square" lIns="91425" tIns="91425" rIns="91425" bIns="91425" anchor="t" anchorCtr="0">
            <a:noAutofit/>
          </a:bodyPr>
          <a:lstStyle>
            <a:lvl1pPr lvl="0">
              <a:spcBef>
                <a:spcPts val="0"/>
              </a:spcBef>
              <a:spcAft>
                <a:spcPts val="0"/>
              </a:spcAft>
              <a:buSzPts val="9000"/>
              <a:buNone/>
              <a:defRPr sz="9000"/>
            </a:lvl1pPr>
            <a:lvl2pPr lvl="1">
              <a:spcBef>
                <a:spcPts val="0"/>
              </a:spcBef>
              <a:spcAft>
                <a:spcPts val="0"/>
              </a:spcAft>
              <a:buSzPts val="9000"/>
              <a:buNone/>
              <a:defRPr sz="9000"/>
            </a:lvl2pPr>
            <a:lvl3pPr lvl="2">
              <a:spcBef>
                <a:spcPts val="0"/>
              </a:spcBef>
              <a:spcAft>
                <a:spcPts val="0"/>
              </a:spcAft>
              <a:buSzPts val="9000"/>
              <a:buNone/>
              <a:defRPr sz="9000"/>
            </a:lvl3pPr>
            <a:lvl4pPr lvl="3">
              <a:spcBef>
                <a:spcPts val="0"/>
              </a:spcBef>
              <a:spcAft>
                <a:spcPts val="0"/>
              </a:spcAft>
              <a:buSzPts val="9000"/>
              <a:buNone/>
              <a:defRPr sz="9000"/>
            </a:lvl4pPr>
            <a:lvl5pPr lvl="4">
              <a:spcBef>
                <a:spcPts val="0"/>
              </a:spcBef>
              <a:spcAft>
                <a:spcPts val="0"/>
              </a:spcAft>
              <a:buSzPts val="9000"/>
              <a:buNone/>
              <a:defRPr sz="9000"/>
            </a:lvl5pPr>
            <a:lvl6pPr lvl="5">
              <a:spcBef>
                <a:spcPts val="0"/>
              </a:spcBef>
              <a:spcAft>
                <a:spcPts val="0"/>
              </a:spcAft>
              <a:buSzPts val="9000"/>
              <a:buNone/>
              <a:defRPr sz="9000"/>
            </a:lvl6pPr>
            <a:lvl7pPr lvl="6">
              <a:spcBef>
                <a:spcPts val="0"/>
              </a:spcBef>
              <a:spcAft>
                <a:spcPts val="0"/>
              </a:spcAft>
              <a:buSzPts val="9000"/>
              <a:buNone/>
              <a:defRPr sz="9000"/>
            </a:lvl7pPr>
            <a:lvl8pPr lvl="7">
              <a:spcBef>
                <a:spcPts val="0"/>
              </a:spcBef>
              <a:spcAft>
                <a:spcPts val="0"/>
              </a:spcAft>
              <a:buSzPts val="9000"/>
              <a:buNone/>
              <a:defRPr sz="9000"/>
            </a:lvl8pPr>
            <a:lvl9pPr lvl="8">
              <a:spcBef>
                <a:spcPts val="0"/>
              </a:spcBef>
              <a:spcAft>
                <a:spcPts val="0"/>
              </a:spcAft>
              <a:buSzPts val="9000"/>
              <a:buNone/>
              <a:defRPr sz="9000"/>
            </a:lvl9pPr>
          </a:lstStyle>
          <a:p/>
        </p:txBody>
      </p:sp>
      <p:sp>
        <p:nvSpPr>
          <p:cNvPr id="647" name="Google Shape;647;p84"/>
          <p:cNvSpPr txBox="1"/>
          <p:nvPr>
            <p:ph type="subTitle" idx="1"/>
          </p:nvPr>
        </p:nvSpPr>
        <p:spPr>
          <a:xfrm>
            <a:off x="3742850" y="3039213"/>
            <a:ext cx="4545000" cy="55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800"/>
              <a:buNone/>
              <a:defRPr sz="14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cxnSp>
        <p:nvCxnSpPr>
          <p:cNvPr id="648" name="Google Shape;648;p8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49" name="Google Shape;649;p8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50" name="Google Shape;650;p8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51" name="Google Shape;651;p8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52" name="Google Shape;652;p8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53" name="Google Shape;653;p8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654" name="Shape 654"/>
        <p:cNvGrpSpPr/>
        <p:nvPr/>
      </p:nvGrpSpPr>
      <p:grpSpPr>
        <a:xfrm>
          <a:off x="0" y="0"/>
          <a:ext cx="0" cy="0"/>
          <a:chOff x="0" y="0"/>
          <a:chExt cx="0" cy="0"/>
        </a:xfrm>
      </p:grpSpPr>
      <p:sp>
        <p:nvSpPr>
          <p:cNvPr id="655" name="Google Shape;655;p85"/>
          <p:cNvSpPr txBox="1"/>
          <p:nvPr>
            <p:ph type="title"/>
          </p:nvPr>
        </p:nvSpPr>
        <p:spPr>
          <a:xfrm>
            <a:off x="1677925" y="2511803"/>
            <a:ext cx="3714900" cy="805800"/>
          </a:xfrm>
          <a:prstGeom prst="rect">
            <a:avLst/>
          </a:prstGeom>
          <a:noFill/>
        </p:spPr>
        <p:txBody>
          <a:bodyPr spcFirstLastPara="1" wrap="square" lIns="91425" tIns="91425" rIns="91425" bIns="91425" anchor="t" anchorCtr="0">
            <a:noAutofit/>
          </a:bodyPr>
          <a:lstStyle>
            <a:lvl1pPr lvl="0" algn="r">
              <a:spcBef>
                <a:spcPts val="0"/>
              </a:spcBef>
              <a:spcAft>
                <a:spcPts val="0"/>
              </a:spcAft>
              <a:buClr>
                <a:schemeClr val="accent4"/>
              </a:buClr>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6" name="Google Shape;656;p85"/>
          <p:cNvSpPr txBox="1"/>
          <p:nvPr>
            <p:ph type="title" idx="2" hasCustomPrompt="1"/>
          </p:nvPr>
        </p:nvSpPr>
        <p:spPr>
          <a:xfrm>
            <a:off x="3741925" y="1484693"/>
            <a:ext cx="1650900" cy="978300"/>
          </a:xfrm>
          <a:prstGeom prst="rect">
            <a:avLst/>
          </a:prstGeom>
        </p:spPr>
        <p:txBody>
          <a:bodyPr spcFirstLastPara="1" wrap="square" lIns="91425" tIns="91425" rIns="91425" bIns="91425" anchor="t" anchorCtr="0">
            <a:noAutofit/>
          </a:bodyPr>
          <a:lstStyle>
            <a:lvl1pPr lvl="0" algn="r">
              <a:spcBef>
                <a:spcPts val="0"/>
              </a:spcBef>
              <a:spcAft>
                <a:spcPts val="0"/>
              </a:spcAft>
              <a:buSzPts val="6000"/>
              <a:buNone/>
              <a:defRPr sz="7000">
                <a:solidFill>
                  <a:schemeClr val="accent1"/>
                </a:solidFill>
              </a:defRPr>
            </a:lvl1pPr>
            <a:lvl2pPr lvl="1" algn="ctr">
              <a:spcBef>
                <a:spcPts val="0"/>
              </a:spcBef>
              <a:spcAft>
                <a:spcPts val="0"/>
              </a:spcAft>
              <a:buSzPts val="6000"/>
              <a:buNone/>
              <a:defRPr sz="6000" b="1"/>
            </a:lvl2pPr>
            <a:lvl3pPr lvl="2" algn="ctr">
              <a:spcBef>
                <a:spcPts val="0"/>
              </a:spcBef>
              <a:spcAft>
                <a:spcPts val="0"/>
              </a:spcAft>
              <a:buSzPts val="6000"/>
              <a:buNone/>
              <a:defRPr sz="6000" b="1"/>
            </a:lvl3pPr>
            <a:lvl4pPr lvl="3" algn="ctr">
              <a:spcBef>
                <a:spcPts val="0"/>
              </a:spcBef>
              <a:spcAft>
                <a:spcPts val="0"/>
              </a:spcAft>
              <a:buSzPts val="6000"/>
              <a:buNone/>
              <a:defRPr sz="6000" b="1"/>
            </a:lvl4pPr>
            <a:lvl5pPr lvl="4" algn="ctr">
              <a:spcBef>
                <a:spcPts val="0"/>
              </a:spcBef>
              <a:spcAft>
                <a:spcPts val="0"/>
              </a:spcAft>
              <a:buSzPts val="6000"/>
              <a:buNone/>
              <a:defRPr sz="6000" b="1"/>
            </a:lvl5pPr>
            <a:lvl6pPr lvl="5" algn="ctr">
              <a:spcBef>
                <a:spcPts val="0"/>
              </a:spcBef>
              <a:spcAft>
                <a:spcPts val="0"/>
              </a:spcAft>
              <a:buSzPts val="6000"/>
              <a:buNone/>
              <a:defRPr sz="6000" b="1"/>
            </a:lvl6pPr>
            <a:lvl7pPr lvl="6" algn="ctr">
              <a:spcBef>
                <a:spcPts val="0"/>
              </a:spcBef>
              <a:spcAft>
                <a:spcPts val="0"/>
              </a:spcAft>
              <a:buSzPts val="6000"/>
              <a:buNone/>
              <a:defRPr sz="6000" b="1"/>
            </a:lvl7pPr>
            <a:lvl8pPr lvl="7" algn="ctr">
              <a:spcBef>
                <a:spcPts val="0"/>
              </a:spcBef>
              <a:spcAft>
                <a:spcPts val="0"/>
              </a:spcAft>
              <a:buSzPts val="6000"/>
              <a:buNone/>
              <a:defRPr sz="6000" b="1"/>
            </a:lvl8pPr>
            <a:lvl9pPr lvl="8" algn="ctr">
              <a:spcBef>
                <a:spcPts val="0"/>
              </a:spcBef>
              <a:spcAft>
                <a:spcPts val="0"/>
              </a:spcAft>
              <a:buSzPts val="6000"/>
              <a:buNone/>
              <a:defRPr sz="6000" b="1"/>
            </a:lvl9pPr>
          </a:lstStyle>
          <a:p>
            <a:r>
              <a:t>xx%</a:t>
            </a:r>
          </a:p>
        </p:txBody>
      </p:sp>
      <p:sp>
        <p:nvSpPr>
          <p:cNvPr id="657" name="Google Shape;657;p85"/>
          <p:cNvSpPr txBox="1"/>
          <p:nvPr>
            <p:ph type="subTitle" idx="1"/>
          </p:nvPr>
        </p:nvSpPr>
        <p:spPr>
          <a:xfrm>
            <a:off x="831625" y="3244000"/>
            <a:ext cx="4561200" cy="393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8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658" name="Google Shape;658;p85"/>
          <p:cNvCxnSpPr/>
          <p:nvPr/>
        </p:nvCxnSpPr>
        <p:spPr>
          <a:xfrm rot="10800000">
            <a:off x="-30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59" name="Google Shape;659;p85"/>
          <p:cNvCxnSpPr/>
          <p:nvPr/>
        </p:nvCxnSpPr>
        <p:spPr>
          <a:xfrm rot="10800000">
            <a:off x="-30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60" name="Google Shape;660;p85"/>
          <p:cNvCxnSpPr/>
          <p:nvPr/>
        </p:nvCxnSpPr>
        <p:spPr>
          <a:xfrm>
            <a:off x="-112875" y="3979775"/>
            <a:ext cx="1378500" cy="12363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61" name="Google Shape;661;p85"/>
          <p:cNvCxnSpPr/>
          <p:nvPr/>
        </p:nvCxnSpPr>
        <p:spPr>
          <a:xfrm>
            <a:off x="7908725" y="-88700"/>
            <a:ext cx="1418700" cy="1064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662" name="Shape 662"/>
        <p:cNvGrpSpPr/>
        <p:nvPr/>
      </p:nvGrpSpPr>
      <p:grpSpPr>
        <a:xfrm>
          <a:off x="0" y="0"/>
          <a:ext cx="0" cy="0"/>
          <a:chOff x="0" y="0"/>
          <a:chExt cx="0" cy="0"/>
        </a:xfrm>
      </p:grpSpPr>
      <p:sp>
        <p:nvSpPr>
          <p:cNvPr id="663" name="Google Shape;663;p86"/>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664" name="Google Shape;664;p8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65" name="Google Shape;665;p8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66" name="Google Shape;666;p86"/>
          <p:cNvCxnSpPr/>
          <p:nvPr/>
        </p:nvCxnSpPr>
        <p:spPr>
          <a:xfrm>
            <a:off x="7207350" y="-153175"/>
            <a:ext cx="2120400" cy="12738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667" name="Shape 667"/>
        <p:cNvGrpSpPr/>
        <p:nvPr/>
      </p:nvGrpSpPr>
      <p:grpSpPr>
        <a:xfrm>
          <a:off x="0" y="0"/>
          <a:ext cx="0" cy="0"/>
          <a:chOff x="0" y="0"/>
          <a:chExt cx="0" cy="0"/>
        </a:xfrm>
      </p:grpSpPr>
      <p:cxnSp>
        <p:nvCxnSpPr>
          <p:cNvPr id="668" name="Google Shape;668;p8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69" name="Google Shape;669;p8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70" name="Google Shape;670;p8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71" name="Google Shape;671;p8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72" name="Google Shape;672;p8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73" name="Google Shape;673;p87"/>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674" name="Google Shape;674;p87"/>
          <p:cNvSpPr txBox="1"/>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675" name="Shape 675"/>
        <p:cNvGrpSpPr/>
        <p:nvPr/>
      </p:nvGrpSpPr>
      <p:grpSpPr>
        <a:xfrm>
          <a:off x="0" y="0"/>
          <a:ext cx="0" cy="0"/>
          <a:chOff x="0" y="0"/>
          <a:chExt cx="0" cy="0"/>
        </a:xfrm>
      </p:grpSpPr>
      <p:sp>
        <p:nvSpPr>
          <p:cNvPr id="676" name="Google Shape;676;p88"/>
          <p:cNvSpPr txBox="1"/>
          <p:nvPr>
            <p:ph type="title"/>
          </p:nvPr>
        </p:nvSpPr>
        <p:spPr>
          <a:xfrm>
            <a:off x="1877475" y="445025"/>
            <a:ext cx="53892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7" name="Google Shape;677;p88"/>
          <p:cNvSpPr txBox="1"/>
          <p:nvPr>
            <p:ph type="subTitle" idx="1"/>
          </p:nvPr>
        </p:nvSpPr>
        <p:spPr>
          <a:xfrm>
            <a:off x="3226708" y="1405390"/>
            <a:ext cx="2486100" cy="401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678" name="Google Shape;678;p88"/>
          <p:cNvSpPr txBox="1"/>
          <p:nvPr>
            <p:ph type="subTitle" idx="2"/>
          </p:nvPr>
        </p:nvSpPr>
        <p:spPr>
          <a:xfrm>
            <a:off x="3226708" y="180641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9" name="Google Shape;679;p88"/>
          <p:cNvSpPr txBox="1"/>
          <p:nvPr>
            <p:ph type="subTitle" idx="3"/>
          </p:nvPr>
        </p:nvSpPr>
        <p:spPr>
          <a:xfrm>
            <a:off x="719108" y="1405390"/>
            <a:ext cx="2486100" cy="4011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680" name="Google Shape;680;p88"/>
          <p:cNvSpPr txBox="1"/>
          <p:nvPr>
            <p:ph type="subTitle" idx="4"/>
          </p:nvPr>
        </p:nvSpPr>
        <p:spPr>
          <a:xfrm>
            <a:off x="719108" y="180641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1" name="Google Shape;681;p88"/>
          <p:cNvSpPr txBox="1"/>
          <p:nvPr>
            <p:ph type="subTitle" idx="5"/>
          </p:nvPr>
        </p:nvSpPr>
        <p:spPr>
          <a:xfrm>
            <a:off x="3226708" y="3171118"/>
            <a:ext cx="2486100" cy="461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682" name="Google Shape;682;p88"/>
          <p:cNvSpPr txBox="1"/>
          <p:nvPr>
            <p:ph type="subTitle" idx="6"/>
          </p:nvPr>
        </p:nvSpPr>
        <p:spPr>
          <a:xfrm>
            <a:off x="3226708" y="356548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3" name="Google Shape;683;p88"/>
          <p:cNvSpPr txBox="1"/>
          <p:nvPr>
            <p:ph type="subTitle" idx="7"/>
          </p:nvPr>
        </p:nvSpPr>
        <p:spPr>
          <a:xfrm>
            <a:off x="719108" y="3171118"/>
            <a:ext cx="2486100" cy="461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684" name="Google Shape;684;p88"/>
          <p:cNvSpPr txBox="1"/>
          <p:nvPr>
            <p:ph type="subTitle" idx="8"/>
          </p:nvPr>
        </p:nvSpPr>
        <p:spPr>
          <a:xfrm>
            <a:off x="719158" y="3565487"/>
            <a:ext cx="2486100" cy="618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685" name="Google Shape;685;p8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86" name="Google Shape;686;p8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687" name="Shape 687"/>
        <p:cNvGrpSpPr/>
        <p:nvPr/>
      </p:nvGrpSpPr>
      <p:grpSpPr>
        <a:xfrm>
          <a:off x="0" y="0"/>
          <a:ext cx="0" cy="0"/>
          <a:chOff x="0" y="0"/>
          <a:chExt cx="0" cy="0"/>
        </a:xfrm>
      </p:grpSpPr>
      <p:cxnSp>
        <p:nvCxnSpPr>
          <p:cNvPr id="688" name="Google Shape;688;p8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89" name="Google Shape;689;p8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0" name="Google Shape;690;p8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91" name="Google Shape;691;p8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692" name="Google Shape;692;p89"/>
          <p:cNvSpPr txBox="1"/>
          <p:nvPr>
            <p:ph type="body" idx="1"/>
          </p:nvPr>
        </p:nvSpPr>
        <p:spPr>
          <a:xfrm>
            <a:off x="5547900" y="3007750"/>
            <a:ext cx="2883000" cy="1595400"/>
          </a:xfrm>
          <a:prstGeom prst="rect">
            <a:avLst/>
          </a:prstGeom>
        </p:spPr>
        <p:txBody>
          <a:bodyPr spcFirstLastPara="1" wrap="square" lIns="91425" tIns="91425" rIns="91425" bIns="91425" anchor="t" anchorCtr="0">
            <a:noAutofit/>
          </a:bodyPr>
          <a:lstStyle>
            <a:lvl1pPr marL="457200" lvl="0" indent="-34290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marL="914400" lvl="1" indent="-317500">
              <a:lnSpc>
                <a:spcPct val="100000"/>
              </a:lnSpc>
              <a:spcBef>
                <a:spcPts val="0"/>
              </a:spcBef>
              <a:spcAft>
                <a:spcPts val="0"/>
              </a:spcAft>
              <a:buSzPts val="1400"/>
              <a:buChar char="○"/>
              <a:defRPr sz="3000">
                <a:latin typeface="Vidaloka"/>
                <a:ea typeface="Vidaloka"/>
                <a:cs typeface="Vidaloka"/>
                <a:sym typeface="Vidaloka"/>
              </a:defRPr>
            </a:lvl2pPr>
            <a:lvl3pPr marL="1371600" lvl="2" indent="-317500">
              <a:lnSpc>
                <a:spcPct val="100000"/>
              </a:lnSpc>
              <a:spcBef>
                <a:spcPts val="0"/>
              </a:spcBef>
              <a:spcAft>
                <a:spcPts val="0"/>
              </a:spcAft>
              <a:buSzPts val="1400"/>
              <a:buChar char="■"/>
              <a:defRPr sz="3000">
                <a:latin typeface="Vidaloka"/>
                <a:ea typeface="Vidaloka"/>
                <a:cs typeface="Vidaloka"/>
                <a:sym typeface="Vidaloka"/>
              </a:defRPr>
            </a:lvl3pPr>
            <a:lvl4pPr marL="1828800" lvl="3" indent="-317500">
              <a:lnSpc>
                <a:spcPct val="100000"/>
              </a:lnSpc>
              <a:spcBef>
                <a:spcPts val="0"/>
              </a:spcBef>
              <a:spcAft>
                <a:spcPts val="0"/>
              </a:spcAft>
              <a:buSzPts val="1400"/>
              <a:buChar char="●"/>
              <a:defRPr sz="3000">
                <a:latin typeface="Vidaloka"/>
                <a:ea typeface="Vidaloka"/>
                <a:cs typeface="Vidaloka"/>
                <a:sym typeface="Vidaloka"/>
              </a:defRPr>
            </a:lvl4pPr>
            <a:lvl5pPr marL="2286000" lvl="4" indent="-317500">
              <a:lnSpc>
                <a:spcPct val="100000"/>
              </a:lnSpc>
              <a:spcBef>
                <a:spcPts val="0"/>
              </a:spcBef>
              <a:spcAft>
                <a:spcPts val="0"/>
              </a:spcAft>
              <a:buSzPts val="1400"/>
              <a:buChar char="○"/>
              <a:defRPr sz="3000">
                <a:latin typeface="Vidaloka"/>
                <a:ea typeface="Vidaloka"/>
                <a:cs typeface="Vidaloka"/>
                <a:sym typeface="Vidaloka"/>
              </a:defRPr>
            </a:lvl5pPr>
            <a:lvl6pPr marL="2743200" lvl="5" indent="-317500">
              <a:lnSpc>
                <a:spcPct val="100000"/>
              </a:lnSpc>
              <a:spcBef>
                <a:spcPts val="0"/>
              </a:spcBef>
              <a:spcAft>
                <a:spcPts val="0"/>
              </a:spcAft>
              <a:buSzPts val="1400"/>
              <a:buChar char="■"/>
              <a:defRPr sz="3000">
                <a:latin typeface="Vidaloka"/>
                <a:ea typeface="Vidaloka"/>
                <a:cs typeface="Vidaloka"/>
                <a:sym typeface="Vidaloka"/>
              </a:defRPr>
            </a:lvl6pPr>
            <a:lvl7pPr marL="3200400" lvl="6" indent="-317500">
              <a:lnSpc>
                <a:spcPct val="100000"/>
              </a:lnSpc>
              <a:spcBef>
                <a:spcPts val="0"/>
              </a:spcBef>
              <a:spcAft>
                <a:spcPts val="0"/>
              </a:spcAft>
              <a:buSzPts val="1400"/>
              <a:buChar char="●"/>
              <a:defRPr sz="3000">
                <a:latin typeface="Vidaloka"/>
                <a:ea typeface="Vidaloka"/>
                <a:cs typeface="Vidaloka"/>
                <a:sym typeface="Vidaloka"/>
              </a:defRPr>
            </a:lvl7pPr>
            <a:lvl8pPr marL="3657600" lvl="7" indent="-317500">
              <a:lnSpc>
                <a:spcPct val="100000"/>
              </a:lnSpc>
              <a:spcBef>
                <a:spcPts val="0"/>
              </a:spcBef>
              <a:spcAft>
                <a:spcPts val="0"/>
              </a:spcAft>
              <a:buSzPts val="1400"/>
              <a:buChar char="○"/>
              <a:defRPr sz="3000">
                <a:latin typeface="Vidaloka"/>
                <a:ea typeface="Vidaloka"/>
                <a:cs typeface="Vidaloka"/>
                <a:sym typeface="Vidaloka"/>
              </a:defRPr>
            </a:lvl8pPr>
            <a:lvl9pPr marL="4114800" lvl="8" indent="-31750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693" name="Shape 693"/>
        <p:cNvGrpSpPr/>
        <p:nvPr/>
      </p:nvGrpSpPr>
      <p:grpSpPr>
        <a:xfrm>
          <a:off x="0" y="0"/>
          <a:ext cx="0" cy="0"/>
          <a:chOff x="0" y="0"/>
          <a:chExt cx="0" cy="0"/>
        </a:xfrm>
      </p:grpSpPr>
      <p:sp>
        <p:nvSpPr>
          <p:cNvPr id="694" name="Google Shape;694;p90"/>
          <p:cNvSpPr txBox="1"/>
          <p:nvPr>
            <p:ph type="title" hasCustomPrompt="1"/>
          </p:nvPr>
        </p:nvSpPr>
        <p:spPr>
          <a:xfrm>
            <a:off x="713225" y="1345375"/>
            <a:ext cx="6120300" cy="1644300"/>
          </a:xfrm>
          <a:prstGeom prst="rect">
            <a:avLst/>
          </a:prstGeom>
        </p:spPr>
        <p:txBody>
          <a:bodyPr spcFirstLastPara="1" wrap="square" lIns="91425" tIns="91425" rIns="91425" bIns="91425" anchor="t" anchorCtr="0">
            <a:noAutofit/>
          </a:bodyPr>
          <a:lstStyle>
            <a:lvl1pPr lvl="0">
              <a:spcBef>
                <a:spcPts val="0"/>
              </a:spcBef>
              <a:spcAft>
                <a:spcPts val="0"/>
              </a:spcAft>
              <a:buSzPts val="12000"/>
              <a:buNone/>
              <a:defRPr sz="12000">
                <a:solidFill>
                  <a:schemeClr val="accent1"/>
                </a:solidFill>
              </a:defRPr>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95" name="Google Shape;695;p90"/>
          <p:cNvSpPr txBox="1"/>
          <p:nvPr>
            <p:ph type="subTitle" idx="1"/>
          </p:nvPr>
        </p:nvSpPr>
        <p:spPr>
          <a:xfrm>
            <a:off x="713225" y="3188648"/>
            <a:ext cx="6120300" cy="3750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sz="1600"/>
            </a:lvl1pPr>
            <a:lvl2pPr lvl="1">
              <a:spcBef>
                <a:spcPts val="0"/>
              </a:spcBef>
              <a:spcAft>
                <a:spcPts val="0"/>
              </a:spcAft>
              <a:buSzPts val="1600"/>
              <a:buNone/>
              <a:defRPr sz="1600"/>
            </a:lvl2pPr>
            <a:lvl3pPr lvl="2">
              <a:spcBef>
                <a:spcPts val="0"/>
              </a:spcBef>
              <a:spcAft>
                <a:spcPts val="0"/>
              </a:spcAft>
              <a:buSzPts val="1600"/>
              <a:buNone/>
              <a:defRPr sz="1600"/>
            </a:lvl3pPr>
            <a:lvl4pPr lvl="3">
              <a:spcBef>
                <a:spcPts val="0"/>
              </a:spcBef>
              <a:spcAft>
                <a:spcPts val="0"/>
              </a:spcAft>
              <a:buSzPts val="1600"/>
              <a:buNone/>
              <a:defRPr sz="1600"/>
            </a:lvl4pPr>
            <a:lvl5pPr lvl="4">
              <a:spcBef>
                <a:spcPts val="0"/>
              </a:spcBef>
              <a:spcAft>
                <a:spcPts val="0"/>
              </a:spcAft>
              <a:buSzPts val="1600"/>
              <a:buNone/>
              <a:defRPr sz="1600"/>
            </a:lvl5pPr>
            <a:lvl6pPr lvl="5">
              <a:spcBef>
                <a:spcPts val="0"/>
              </a:spcBef>
              <a:spcAft>
                <a:spcPts val="0"/>
              </a:spcAft>
              <a:buSzPts val="1600"/>
              <a:buNone/>
              <a:defRPr sz="1600"/>
            </a:lvl6pPr>
            <a:lvl7pPr lvl="6">
              <a:spcBef>
                <a:spcPts val="0"/>
              </a:spcBef>
              <a:spcAft>
                <a:spcPts val="0"/>
              </a:spcAft>
              <a:buSzPts val="1600"/>
              <a:buNone/>
              <a:defRPr sz="1600"/>
            </a:lvl7pPr>
            <a:lvl8pPr lvl="7">
              <a:spcBef>
                <a:spcPts val="0"/>
              </a:spcBef>
              <a:spcAft>
                <a:spcPts val="0"/>
              </a:spcAft>
              <a:buSzPts val="1600"/>
              <a:buNone/>
              <a:defRPr sz="1600"/>
            </a:lvl8pPr>
            <a:lvl9pPr lvl="8">
              <a:spcBef>
                <a:spcPts val="0"/>
              </a:spcBef>
              <a:spcAft>
                <a:spcPts val="0"/>
              </a:spcAft>
              <a:buSzPts val="1600"/>
              <a:buNone/>
              <a:defRPr sz="1600"/>
            </a:lvl9pPr>
          </a:lstStyle>
          <a:p/>
        </p:txBody>
      </p:sp>
      <p:cxnSp>
        <p:nvCxnSpPr>
          <p:cNvPr id="696" name="Google Shape;696;p9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7" name="Google Shape;697;p9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698" name="Google Shape;698;p90"/>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699" name="Google Shape;699;p90"/>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700" name="Shape 700"/>
        <p:cNvGrpSpPr/>
        <p:nvPr/>
      </p:nvGrpSpPr>
      <p:grpSpPr>
        <a:xfrm>
          <a:off x="0" y="0"/>
          <a:ext cx="0" cy="0"/>
          <a:chOff x="0" y="0"/>
          <a:chExt cx="0" cy="0"/>
        </a:xfrm>
      </p:grpSpPr>
      <p:sp>
        <p:nvSpPr>
          <p:cNvPr id="701" name="Google Shape;701;p91"/>
          <p:cNvSpPr txBox="1"/>
          <p:nvPr>
            <p:ph type="title"/>
          </p:nvPr>
        </p:nvSpPr>
        <p:spPr>
          <a:xfrm>
            <a:off x="4956100" y="2467375"/>
            <a:ext cx="2475300" cy="6489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02" name="Google Shape;702;p91"/>
          <p:cNvSpPr txBox="1"/>
          <p:nvPr>
            <p:ph type="title" idx="2" hasCustomPrompt="1"/>
          </p:nvPr>
        </p:nvSpPr>
        <p:spPr>
          <a:xfrm>
            <a:off x="4956100" y="1402325"/>
            <a:ext cx="1650900" cy="9783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7000">
                <a:solidFill>
                  <a:schemeClr val="accent1"/>
                </a:solidFill>
              </a:defRPr>
            </a:lvl1pPr>
            <a:lvl2pPr lvl="1">
              <a:spcBef>
                <a:spcPts val="0"/>
              </a:spcBef>
              <a:spcAft>
                <a:spcPts val="0"/>
              </a:spcAft>
              <a:buSzPts val="6000"/>
              <a:buNone/>
              <a:defRPr sz="6000" b="1"/>
            </a:lvl2pPr>
            <a:lvl3pPr lvl="2">
              <a:spcBef>
                <a:spcPts val="0"/>
              </a:spcBef>
              <a:spcAft>
                <a:spcPts val="0"/>
              </a:spcAft>
              <a:buSzPts val="6000"/>
              <a:buNone/>
              <a:defRPr sz="6000" b="1"/>
            </a:lvl3pPr>
            <a:lvl4pPr lvl="3">
              <a:spcBef>
                <a:spcPts val="0"/>
              </a:spcBef>
              <a:spcAft>
                <a:spcPts val="0"/>
              </a:spcAft>
              <a:buSzPts val="6000"/>
              <a:buNone/>
              <a:defRPr sz="6000" b="1"/>
            </a:lvl4pPr>
            <a:lvl5pPr lvl="4">
              <a:spcBef>
                <a:spcPts val="0"/>
              </a:spcBef>
              <a:spcAft>
                <a:spcPts val="0"/>
              </a:spcAft>
              <a:buSzPts val="6000"/>
              <a:buNone/>
              <a:defRPr sz="6000" b="1"/>
            </a:lvl5pPr>
            <a:lvl6pPr lvl="5">
              <a:spcBef>
                <a:spcPts val="0"/>
              </a:spcBef>
              <a:spcAft>
                <a:spcPts val="0"/>
              </a:spcAft>
              <a:buSzPts val="6000"/>
              <a:buNone/>
              <a:defRPr sz="6000" b="1"/>
            </a:lvl6pPr>
            <a:lvl7pPr lvl="6">
              <a:spcBef>
                <a:spcPts val="0"/>
              </a:spcBef>
              <a:spcAft>
                <a:spcPts val="0"/>
              </a:spcAft>
              <a:buSzPts val="6000"/>
              <a:buNone/>
              <a:defRPr sz="6000" b="1"/>
            </a:lvl7pPr>
            <a:lvl8pPr lvl="7">
              <a:spcBef>
                <a:spcPts val="0"/>
              </a:spcBef>
              <a:spcAft>
                <a:spcPts val="0"/>
              </a:spcAft>
              <a:buSzPts val="6000"/>
              <a:buNone/>
              <a:defRPr sz="6000" b="1"/>
            </a:lvl8pPr>
            <a:lvl9pPr lvl="8">
              <a:spcBef>
                <a:spcPts val="0"/>
              </a:spcBef>
              <a:spcAft>
                <a:spcPts val="0"/>
              </a:spcAft>
              <a:buSzPts val="6000"/>
              <a:buNone/>
              <a:defRPr sz="6000" b="1"/>
            </a:lvl9pPr>
          </a:lstStyle>
          <a:p>
            <a:r>
              <a:t>xx%</a:t>
            </a:r>
          </a:p>
        </p:txBody>
      </p:sp>
      <p:sp>
        <p:nvSpPr>
          <p:cNvPr id="703" name="Google Shape;703;p91"/>
          <p:cNvSpPr txBox="1"/>
          <p:nvPr>
            <p:ph type="subTitle" idx="1"/>
          </p:nvPr>
        </p:nvSpPr>
        <p:spPr>
          <a:xfrm>
            <a:off x="4956100" y="3116275"/>
            <a:ext cx="2475300" cy="6249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704" name="Google Shape;704;p9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5" name="Google Shape;705;p9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06" name="Google Shape;706;p91"/>
          <p:cNvCxnSpPr/>
          <p:nvPr/>
        </p:nvCxnSpPr>
        <p:spPr>
          <a:xfrm>
            <a:off x="-209600" y="2402450"/>
            <a:ext cx="3144300" cy="27897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707" name="Shape 707"/>
        <p:cNvGrpSpPr/>
        <p:nvPr/>
      </p:nvGrpSpPr>
      <p:grpSpPr>
        <a:xfrm>
          <a:off x="0" y="0"/>
          <a:ext cx="0" cy="0"/>
          <a:chOff x="0" y="0"/>
          <a:chExt cx="0" cy="0"/>
        </a:xfrm>
      </p:grpSpPr>
      <p:sp>
        <p:nvSpPr>
          <p:cNvPr id="708" name="Google Shape;708;p92"/>
          <p:cNvSpPr txBox="1"/>
          <p:nvPr>
            <p:ph type="title"/>
          </p:nvPr>
        </p:nvSpPr>
        <p:spPr>
          <a:xfrm>
            <a:off x="4373850" y="944250"/>
            <a:ext cx="2475300" cy="648900"/>
          </a:xfrm>
          <a:prstGeom prst="rect">
            <a:avLst/>
          </a:prstGeom>
          <a:noFill/>
        </p:spPr>
        <p:txBody>
          <a:bodyPr spcFirstLastPara="1" wrap="square" lIns="91425" tIns="91425" rIns="91425" bIns="91425" anchor="ctr" anchorCtr="0">
            <a:noAutofit/>
          </a:bodyPr>
          <a:lstStyle>
            <a:lvl1pPr lvl="0">
              <a:spcBef>
                <a:spcPts val="0"/>
              </a:spcBef>
              <a:spcAft>
                <a:spcPts val="0"/>
              </a:spcAft>
              <a:buSzPts val="3600"/>
              <a:buNone/>
              <a:defRPr sz="35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09" name="Google Shape;709;p92"/>
          <p:cNvSpPr txBox="1"/>
          <p:nvPr>
            <p:ph type="title" idx="2" hasCustomPrompt="1"/>
          </p:nvPr>
        </p:nvSpPr>
        <p:spPr>
          <a:xfrm>
            <a:off x="2294850" y="1096650"/>
            <a:ext cx="1650900" cy="978300"/>
          </a:xfrm>
          <a:prstGeom prst="rect">
            <a:avLst/>
          </a:prstGeom>
        </p:spPr>
        <p:txBody>
          <a:bodyPr spcFirstLastPara="1" wrap="square" lIns="91425" tIns="91425" rIns="91425" bIns="91425" anchor="ctr" anchorCtr="0">
            <a:noAutofit/>
          </a:bodyPr>
          <a:lstStyle>
            <a:lvl1pPr lvl="0" algn="r">
              <a:spcBef>
                <a:spcPts val="0"/>
              </a:spcBef>
              <a:spcAft>
                <a:spcPts val="0"/>
              </a:spcAft>
              <a:buSzPts val="6000"/>
              <a:buNone/>
              <a:defRPr sz="7000">
                <a:solidFill>
                  <a:schemeClr val="accent1"/>
                </a:solidFill>
              </a:defRPr>
            </a:lvl1pPr>
            <a:lvl2pPr lvl="1">
              <a:spcBef>
                <a:spcPts val="0"/>
              </a:spcBef>
              <a:spcAft>
                <a:spcPts val="0"/>
              </a:spcAft>
              <a:buSzPts val="6000"/>
              <a:buNone/>
              <a:defRPr sz="6000" b="1"/>
            </a:lvl2pPr>
            <a:lvl3pPr lvl="2">
              <a:spcBef>
                <a:spcPts val="0"/>
              </a:spcBef>
              <a:spcAft>
                <a:spcPts val="0"/>
              </a:spcAft>
              <a:buSzPts val="6000"/>
              <a:buNone/>
              <a:defRPr sz="6000" b="1"/>
            </a:lvl3pPr>
            <a:lvl4pPr lvl="3">
              <a:spcBef>
                <a:spcPts val="0"/>
              </a:spcBef>
              <a:spcAft>
                <a:spcPts val="0"/>
              </a:spcAft>
              <a:buSzPts val="6000"/>
              <a:buNone/>
              <a:defRPr sz="6000" b="1"/>
            </a:lvl4pPr>
            <a:lvl5pPr lvl="4">
              <a:spcBef>
                <a:spcPts val="0"/>
              </a:spcBef>
              <a:spcAft>
                <a:spcPts val="0"/>
              </a:spcAft>
              <a:buSzPts val="6000"/>
              <a:buNone/>
              <a:defRPr sz="6000" b="1"/>
            </a:lvl5pPr>
            <a:lvl6pPr lvl="5">
              <a:spcBef>
                <a:spcPts val="0"/>
              </a:spcBef>
              <a:spcAft>
                <a:spcPts val="0"/>
              </a:spcAft>
              <a:buSzPts val="6000"/>
              <a:buNone/>
              <a:defRPr sz="6000" b="1"/>
            </a:lvl6pPr>
            <a:lvl7pPr lvl="6">
              <a:spcBef>
                <a:spcPts val="0"/>
              </a:spcBef>
              <a:spcAft>
                <a:spcPts val="0"/>
              </a:spcAft>
              <a:buSzPts val="6000"/>
              <a:buNone/>
              <a:defRPr sz="6000" b="1"/>
            </a:lvl7pPr>
            <a:lvl8pPr lvl="7">
              <a:spcBef>
                <a:spcPts val="0"/>
              </a:spcBef>
              <a:spcAft>
                <a:spcPts val="0"/>
              </a:spcAft>
              <a:buSzPts val="6000"/>
              <a:buNone/>
              <a:defRPr sz="6000" b="1"/>
            </a:lvl8pPr>
            <a:lvl9pPr lvl="8">
              <a:spcBef>
                <a:spcPts val="0"/>
              </a:spcBef>
              <a:spcAft>
                <a:spcPts val="0"/>
              </a:spcAft>
              <a:buSzPts val="6000"/>
              <a:buNone/>
              <a:defRPr sz="6000" b="1"/>
            </a:lvl9pPr>
          </a:lstStyle>
          <a:p>
            <a:r>
              <a:t>xx%</a:t>
            </a:r>
          </a:p>
        </p:txBody>
      </p:sp>
      <p:sp>
        <p:nvSpPr>
          <p:cNvPr id="710" name="Google Shape;710;p92"/>
          <p:cNvSpPr txBox="1"/>
          <p:nvPr>
            <p:ph type="subTitle" idx="1"/>
          </p:nvPr>
        </p:nvSpPr>
        <p:spPr>
          <a:xfrm>
            <a:off x="4373850" y="1593150"/>
            <a:ext cx="2475300" cy="6249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800"/>
              <a:buNone/>
              <a:defRPr sz="14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711" name="Google Shape;711;p9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12" name="Google Shape;712;p9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13" name="Google Shape;713;p9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4" name="Google Shape;714;p9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5" name="Google Shape;715;p9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16" name="Google Shape;716;p9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717" name="Shape 717"/>
        <p:cNvGrpSpPr/>
        <p:nvPr/>
      </p:nvGrpSpPr>
      <p:grpSpPr>
        <a:xfrm>
          <a:off x="0" y="0"/>
          <a:ext cx="0" cy="0"/>
          <a:chOff x="0" y="0"/>
          <a:chExt cx="0" cy="0"/>
        </a:xfrm>
      </p:grpSpPr>
      <p:sp>
        <p:nvSpPr>
          <p:cNvPr id="718" name="Google Shape;718;p93"/>
          <p:cNvSpPr txBox="1"/>
          <p:nvPr>
            <p:ph type="title"/>
          </p:nvPr>
        </p:nvSpPr>
        <p:spPr>
          <a:xfrm>
            <a:off x="1043725" y="922567"/>
            <a:ext cx="3123000" cy="22575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19" name="Google Shape;719;p93"/>
          <p:cNvSpPr txBox="1"/>
          <p:nvPr>
            <p:ph type="subTitle" idx="1"/>
          </p:nvPr>
        </p:nvSpPr>
        <p:spPr>
          <a:xfrm>
            <a:off x="1043725" y="3360938"/>
            <a:ext cx="3013500" cy="78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cxnSp>
        <p:nvCxnSpPr>
          <p:cNvPr id="720" name="Google Shape;720;p9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21" name="Google Shape;721;p9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22" name="Google Shape;722;p93"/>
          <p:cNvCxnSpPr/>
          <p:nvPr/>
        </p:nvCxnSpPr>
        <p:spPr>
          <a:xfrm>
            <a:off x="5322650" y="-80625"/>
            <a:ext cx="4005000" cy="20073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723" name="Shape 723"/>
        <p:cNvGrpSpPr/>
        <p:nvPr/>
      </p:nvGrpSpPr>
      <p:grpSpPr>
        <a:xfrm>
          <a:off x="0" y="0"/>
          <a:ext cx="0" cy="0"/>
          <a:chOff x="0" y="0"/>
          <a:chExt cx="0" cy="0"/>
        </a:xfrm>
      </p:grpSpPr>
      <p:sp>
        <p:nvSpPr>
          <p:cNvPr id="724" name="Google Shape;724;p94"/>
          <p:cNvSpPr txBox="1"/>
          <p:nvPr>
            <p:ph type="title"/>
          </p:nvPr>
        </p:nvSpPr>
        <p:spPr>
          <a:xfrm>
            <a:off x="5310925" y="962565"/>
            <a:ext cx="3123000" cy="22575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sz="35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5" name="Google Shape;725;p94"/>
          <p:cNvSpPr txBox="1"/>
          <p:nvPr>
            <p:ph type="subTitle" idx="1"/>
          </p:nvPr>
        </p:nvSpPr>
        <p:spPr>
          <a:xfrm>
            <a:off x="5310925" y="3400935"/>
            <a:ext cx="3013500" cy="780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Char char="●"/>
              <a:defRPr sz="1400">
                <a:solidFill>
                  <a:schemeClr val="dk1"/>
                </a:solidFill>
              </a:defRPr>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cxnSp>
        <p:nvCxnSpPr>
          <p:cNvPr id="726" name="Google Shape;726;p9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27" name="Google Shape;727;p9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28" name="Google Shape;728;p94"/>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29" name="Google Shape;729;p94"/>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30" name="Google Shape;730;p94"/>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31" name="Google Shape;731;p94"/>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732" name="Shape 732"/>
        <p:cNvGrpSpPr/>
        <p:nvPr/>
      </p:nvGrpSpPr>
      <p:grpSpPr>
        <a:xfrm>
          <a:off x="0" y="0"/>
          <a:ext cx="0" cy="0"/>
          <a:chOff x="0" y="0"/>
          <a:chExt cx="0" cy="0"/>
        </a:xfrm>
      </p:grpSpPr>
      <p:sp>
        <p:nvSpPr>
          <p:cNvPr id="733" name="Google Shape;733;p95"/>
          <p:cNvSpPr txBox="1"/>
          <p:nvPr>
            <p:ph type="subTitle" idx="1"/>
          </p:nvPr>
        </p:nvSpPr>
        <p:spPr>
          <a:xfrm>
            <a:off x="3509000"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34" name="Google Shape;734;p95"/>
          <p:cNvSpPr txBox="1"/>
          <p:nvPr>
            <p:ph type="subTitle" idx="2"/>
          </p:nvPr>
        </p:nvSpPr>
        <p:spPr>
          <a:xfrm>
            <a:off x="350902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5" name="Google Shape;735;p95"/>
          <p:cNvSpPr txBox="1"/>
          <p:nvPr>
            <p:ph type="subTitle" idx="3"/>
          </p:nvPr>
        </p:nvSpPr>
        <p:spPr>
          <a:xfrm>
            <a:off x="953025"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36" name="Google Shape;736;p95"/>
          <p:cNvSpPr txBox="1"/>
          <p:nvPr>
            <p:ph type="subTitle" idx="4"/>
          </p:nvPr>
        </p:nvSpPr>
        <p:spPr>
          <a:xfrm>
            <a:off x="95312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7" name="Google Shape;737;p95"/>
          <p:cNvSpPr txBox="1"/>
          <p:nvPr>
            <p:ph type="subTitle" idx="5"/>
          </p:nvPr>
        </p:nvSpPr>
        <p:spPr>
          <a:xfrm>
            <a:off x="6064875" y="25320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38" name="Google Shape;738;p95"/>
          <p:cNvSpPr txBox="1"/>
          <p:nvPr>
            <p:ph type="subTitle" idx="6"/>
          </p:nvPr>
        </p:nvSpPr>
        <p:spPr>
          <a:xfrm>
            <a:off x="6064875" y="2948247"/>
            <a:ext cx="2126100" cy="813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9" name="Google Shape;739;p95"/>
          <p:cNvSpPr txBox="1"/>
          <p:nvPr>
            <p:ph type="title"/>
          </p:nvPr>
        </p:nvSpPr>
        <p:spPr>
          <a:xfrm>
            <a:off x="713225" y="445025"/>
            <a:ext cx="66555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40" name="Google Shape;740;p9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41" name="Google Shape;741;p9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742" name="Shape 742"/>
        <p:cNvGrpSpPr/>
        <p:nvPr/>
      </p:nvGrpSpPr>
      <p:grpSpPr>
        <a:xfrm>
          <a:off x="0" y="0"/>
          <a:ext cx="0" cy="0"/>
          <a:chOff x="0" y="0"/>
          <a:chExt cx="0" cy="0"/>
        </a:xfrm>
      </p:grpSpPr>
      <p:sp>
        <p:nvSpPr>
          <p:cNvPr id="743" name="Google Shape;743;p96"/>
          <p:cNvSpPr txBox="1"/>
          <p:nvPr>
            <p:ph type="subTitle" idx="1"/>
          </p:nvPr>
        </p:nvSpPr>
        <p:spPr>
          <a:xfrm>
            <a:off x="3509000"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44" name="Google Shape;744;p96"/>
          <p:cNvSpPr txBox="1"/>
          <p:nvPr>
            <p:ph type="subTitle" idx="2"/>
          </p:nvPr>
        </p:nvSpPr>
        <p:spPr>
          <a:xfrm>
            <a:off x="350902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5" name="Google Shape;745;p96"/>
          <p:cNvSpPr txBox="1"/>
          <p:nvPr>
            <p:ph type="subTitle" idx="3"/>
          </p:nvPr>
        </p:nvSpPr>
        <p:spPr>
          <a:xfrm>
            <a:off x="953025"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46" name="Google Shape;746;p96"/>
          <p:cNvSpPr txBox="1"/>
          <p:nvPr>
            <p:ph type="subTitle" idx="4"/>
          </p:nvPr>
        </p:nvSpPr>
        <p:spPr>
          <a:xfrm>
            <a:off x="95312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7" name="Google Shape;747;p96"/>
          <p:cNvSpPr txBox="1"/>
          <p:nvPr>
            <p:ph type="subTitle" idx="5"/>
          </p:nvPr>
        </p:nvSpPr>
        <p:spPr>
          <a:xfrm>
            <a:off x="6064875" y="16938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48" name="Google Shape;748;p96"/>
          <p:cNvSpPr txBox="1"/>
          <p:nvPr>
            <p:ph type="subTitle" idx="6"/>
          </p:nvPr>
        </p:nvSpPr>
        <p:spPr>
          <a:xfrm>
            <a:off x="6064875" y="21100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9" name="Google Shape;749;p96"/>
          <p:cNvSpPr txBox="1"/>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750" name="Google Shape;750;p96"/>
          <p:cNvSpPr txBox="1"/>
          <p:nvPr>
            <p:ph type="subTitle" idx="7"/>
          </p:nvPr>
        </p:nvSpPr>
        <p:spPr>
          <a:xfrm>
            <a:off x="3509000"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51" name="Google Shape;751;p96"/>
          <p:cNvSpPr txBox="1"/>
          <p:nvPr>
            <p:ph type="subTitle" idx="8"/>
          </p:nvPr>
        </p:nvSpPr>
        <p:spPr>
          <a:xfrm>
            <a:off x="350902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2" name="Google Shape;752;p96"/>
          <p:cNvSpPr txBox="1"/>
          <p:nvPr>
            <p:ph type="subTitle" idx="9"/>
          </p:nvPr>
        </p:nvSpPr>
        <p:spPr>
          <a:xfrm>
            <a:off x="95302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53" name="Google Shape;753;p96"/>
          <p:cNvSpPr txBox="1"/>
          <p:nvPr>
            <p:ph type="subTitle" idx="13"/>
          </p:nvPr>
        </p:nvSpPr>
        <p:spPr>
          <a:xfrm>
            <a:off x="95312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4" name="Google Shape;754;p96"/>
          <p:cNvSpPr txBox="1"/>
          <p:nvPr>
            <p:ph type="subTitle" idx="14"/>
          </p:nvPr>
        </p:nvSpPr>
        <p:spPr>
          <a:xfrm>
            <a:off x="606487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755" name="Google Shape;755;p96"/>
          <p:cNvSpPr txBox="1"/>
          <p:nvPr>
            <p:ph type="subTitle" idx="15"/>
          </p:nvPr>
        </p:nvSpPr>
        <p:spPr>
          <a:xfrm>
            <a:off x="6064875" y="3814949"/>
            <a:ext cx="2126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756" name="Google Shape;756;p9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57" name="Google Shape;757;p9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58" name="Google Shape;758;p96"/>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59" name="Google Shape;759;p96"/>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760" name="Shape 760"/>
        <p:cNvGrpSpPr/>
        <p:nvPr/>
      </p:nvGrpSpPr>
      <p:grpSpPr>
        <a:xfrm>
          <a:off x="0" y="0"/>
          <a:ext cx="0" cy="0"/>
          <a:chOff x="0" y="0"/>
          <a:chExt cx="0" cy="0"/>
        </a:xfrm>
      </p:grpSpPr>
      <p:sp>
        <p:nvSpPr>
          <p:cNvPr id="761" name="Google Shape;761;p97"/>
          <p:cNvSpPr txBox="1"/>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62" name="Google Shape;762;p97"/>
          <p:cNvSpPr txBox="1"/>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3" name="Google Shape;763;p97"/>
          <p:cNvSpPr txBox="1"/>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64" name="Google Shape;764;p97"/>
          <p:cNvSpPr txBox="1"/>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5" name="Google Shape;765;p97"/>
          <p:cNvSpPr txBox="1"/>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66" name="Google Shape;766;p97"/>
          <p:cNvSpPr txBox="1"/>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7" name="Google Shape;767;p97"/>
          <p:cNvSpPr txBox="1"/>
          <p:nvPr>
            <p:ph type="subTitle" idx="7"/>
          </p:nvPr>
        </p:nvSpPr>
        <p:spPr>
          <a:xfrm>
            <a:off x="3414050"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68" name="Google Shape;768;p97"/>
          <p:cNvSpPr txBox="1"/>
          <p:nvPr>
            <p:ph type="subTitle" idx="8"/>
          </p:nvPr>
        </p:nvSpPr>
        <p:spPr>
          <a:xfrm>
            <a:off x="3564200"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9" name="Google Shape;769;p97"/>
          <p:cNvSpPr txBox="1"/>
          <p:nvPr>
            <p:ph type="subTitle" idx="9"/>
          </p:nvPr>
        </p:nvSpPr>
        <p:spPr>
          <a:xfrm>
            <a:off x="705725"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70" name="Google Shape;770;p97"/>
          <p:cNvSpPr txBox="1"/>
          <p:nvPr>
            <p:ph type="subTitle" idx="13"/>
          </p:nvPr>
        </p:nvSpPr>
        <p:spPr>
          <a:xfrm>
            <a:off x="855875"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1" name="Google Shape;771;p97"/>
          <p:cNvSpPr txBox="1"/>
          <p:nvPr>
            <p:ph type="subTitle" idx="14"/>
          </p:nvPr>
        </p:nvSpPr>
        <p:spPr>
          <a:xfrm>
            <a:off x="6122325" y="34533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72" name="Google Shape;772;p97"/>
          <p:cNvSpPr txBox="1"/>
          <p:nvPr>
            <p:ph type="subTitle" idx="15"/>
          </p:nvPr>
        </p:nvSpPr>
        <p:spPr>
          <a:xfrm>
            <a:off x="6272475" y="38695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3" name="Google Shape;773;p97"/>
          <p:cNvSpPr txBox="1"/>
          <p:nvPr>
            <p:ph type="title"/>
          </p:nvPr>
        </p:nvSpPr>
        <p:spPr>
          <a:xfrm>
            <a:off x="713225" y="445025"/>
            <a:ext cx="6080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74" name="Google Shape;774;p9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75" name="Google Shape;775;p9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776" name="Shape 776"/>
        <p:cNvGrpSpPr/>
        <p:nvPr/>
      </p:nvGrpSpPr>
      <p:grpSpPr>
        <a:xfrm>
          <a:off x="0" y="0"/>
          <a:ext cx="0" cy="0"/>
          <a:chOff x="0" y="0"/>
          <a:chExt cx="0" cy="0"/>
        </a:xfrm>
      </p:grpSpPr>
      <p:sp>
        <p:nvSpPr>
          <p:cNvPr id="777" name="Google Shape;777;p98"/>
          <p:cNvSpPr txBox="1"/>
          <p:nvPr>
            <p:ph type="subTitle" idx="1"/>
          </p:nvPr>
        </p:nvSpPr>
        <p:spPr>
          <a:xfrm>
            <a:off x="3414050"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78" name="Google Shape;778;p98"/>
          <p:cNvSpPr txBox="1"/>
          <p:nvPr>
            <p:ph type="subTitle" idx="2"/>
          </p:nvPr>
        </p:nvSpPr>
        <p:spPr>
          <a:xfrm>
            <a:off x="3564200"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9" name="Google Shape;779;p98"/>
          <p:cNvSpPr txBox="1"/>
          <p:nvPr>
            <p:ph type="subTitle" idx="3"/>
          </p:nvPr>
        </p:nvSpPr>
        <p:spPr>
          <a:xfrm>
            <a:off x="7057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80" name="Google Shape;780;p98"/>
          <p:cNvSpPr txBox="1"/>
          <p:nvPr>
            <p:ph type="subTitle" idx="4"/>
          </p:nvPr>
        </p:nvSpPr>
        <p:spPr>
          <a:xfrm>
            <a:off x="8558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1" name="Google Shape;781;p98"/>
          <p:cNvSpPr txBox="1"/>
          <p:nvPr>
            <p:ph type="subTitle" idx="5"/>
          </p:nvPr>
        </p:nvSpPr>
        <p:spPr>
          <a:xfrm>
            <a:off x="6122325" y="1714429"/>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82" name="Google Shape;782;p98"/>
          <p:cNvSpPr txBox="1"/>
          <p:nvPr>
            <p:ph type="subTitle" idx="6"/>
          </p:nvPr>
        </p:nvSpPr>
        <p:spPr>
          <a:xfrm>
            <a:off x="6272475" y="2124122"/>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3" name="Google Shape;783;p98"/>
          <p:cNvSpPr txBox="1"/>
          <p:nvPr>
            <p:ph type="subTitle" idx="7"/>
          </p:nvPr>
        </p:nvSpPr>
        <p:spPr>
          <a:xfrm>
            <a:off x="2059863" y="31485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84" name="Google Shape;784;p98"/>
          <p:cNvSpPr txBox="1"/>
          <p:nvPr>
            <p:ph type="subTitle" idx="8"/>
          </p:nvPr>
        </p:nvSpPr>
        <p:spPr>
          <a:xfrm>
            <a:off x="2210013" y="35647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5" name="Google Shape;785;p98"/>
          <p:cNvSpPr txBox="1"/>
          <p:nvPr>
            <p:ph type="subTitle" idx="9"/>
          </p:nvPr>
        </p:nvSpPr>
        <p:spPr>
          <a:xfrm>
            <a:off x="4768138" y="3148526"/>
            <a:ext cx="23160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786" name="Google Shape;786;p98"/>
          <p:cNvSpPr txBox="1"/>
          <p:nvPr>
            <p:ph type="subTitle" idx="13"/>
          </p:nvPr>
        </p:nvSpPr>
        <p:spPr>
          <a:xfrm>
            <a:off x="4918288" y="3564736"/>
            <a:ext cx="20157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7" name="Google Shape;787;p98"/>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788" name="Google Shape;788;p9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89" name="Google Shape;789;p9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90" name="Google Shape;790;p9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91" name="Google Shape;791;p9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792" name="Shape 792"/>
        <p:cNvGrpSpPr/>
        <p:nvPr/>
      </p:nvGrpSpPr>
      <p:grpSpPr>
        <a:xfrm>
          <a:off x="0" y="0"/>
          <a:ext cx="0" cy="0"/>
          <a:chOff x="0" y="0"/>
          <a:chExt cx="0" cy="0"/>
        </a:xfrm>
      </p:grpSpPr>
      <p:sp>
        <p:nvSpPr>
          <p:cNvPr id="793" name="Google Shape;793;p99"/>
          <p:cNvSpPr txBox="1"/>
          <p:nvPr>
            <p:ph type="title"/>
          </p:nvPr>
        </p:nvSpPr>
        <p:spPr>
          <a:xfrm>
            <a:off x="716225" y="1073000"/>
            <a:ext cx="5640600" cy="28566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794" name="Google Shape;794;p9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95" name="Google Shape;795;p9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796" name="Google Shape;796;p99"/>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97" name="Google Shape;797;p99"/>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98" name="Google Shape;798;p99"/>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799" name="Google Shape;799;p99"/>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800" name="Shape 800"/>
        <p:cNvGrpSpPr/>
        <p:nvPr/>
      </p:nvGrpSpPr>
      <p:grpSpPr>
        <a:xfrm>
          <a:off x="0" y="0"/>
          <a:ext cx="0" cy="0"/>
          <a:chOff x="0" y="0"/>
          <a:chExt cx="0" cy="0"/>
        </a:xfrm>
      </p:grpSpPr>
      <p:sp>
        <p:nvSpPr>
          <p:cNvPr id="801" name="Google Shape;801;p100"/>
          <p:cNvSpPr txBox="1"/>
          <p:nvPr>
            <p:ph type="subTitle" idx="1"/>
          </p:nvPr>
        </p:nvSpPr>
        <p:spPr>
          <a:xfrm>
            <a:off x="4916850" y="1894200"/>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2" name="Google Shape;802;p100"/>
          <p:cNvSpPr txBox="1"/>
          <p:nvPr>
            <p:ph type="subTitle" idx="2"/>
          </p:nvPr>
        </p:nvSpPr>
        <p:spPr>
          <a:xfrm>
            <a:off x="5058900" y="229647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3" name="Google Shape;803;p100"/>
          <p:cNvSpPr txBox="1"/>
          <p:nvPr>
            <p:ph type="subTitle" idx="3"/>
          </p:nvPr>
        </p:nvSpPr>
        <p:spPr>
          <a:xfrm>
            <a:off x="1911150" y="1894200"/>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4" name="Google Shape;804;p100"/>
          <p:cNvSpPr txBox="1"/>
          <p:nvPr>
            <p:ph type="subTitle" idx="4"/>
          </p:nvPr>
        </p:nvSpPr>
        <p:spPr>
          <a:xfrm>
            <a:off x="2053300" y="229647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5" name="Google Shape;805;p100"/>
          <p:cNvSpPr txBox="1"/>
          <p:nvPr>
            <p:ph type="subTitle" idx="5"/>
          </p:nvPr>
        </p:nvSpPr>
        <p:spPr>
          <a:xfrm>
            <a:off x="4916850" y="3528902"/>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6" name="Google Shape;806;p100"/>
          <p:cNvSpPr txBox="1"/>
          <p:nvPr>
            <p:ph type="subTitle" idx="6"/>
          </p:nvPr>
        </p:nvSpPr>
        <p:spPr>
          <a:xfrm>
            <a:off x="5058900" y="392373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7" name="Google Shape;807;p100"/>
          <p:cNvSpPr txBox="1"/>
          <p:nvPr>
            <p:ph type="subTitle" idx="7"/>
          </p:nvPr>
        </p:nvSpPr>
        <p:spPr>
          <a:xfrm>
            <a:off x="1911150" y="3528902"/>
            <a:ext cx="2316000" cy="489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08" name="Google Shape;808;p100"/>
          <p:cNvSpPr txBox="1"/>
          <p:nvPr>
            <p:ph type="subTitle" idx="8"/>
          </p:nvPr>
        </p:nvSpPr>
        <p:spPr>
          <a:xfrm>
            <a:off x="2053200" y="3923733"/>
            <a:ext cx="20319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9" name="Google Shape;809;p100"/>
          <p:cNvSpPr txBox="1"/>
          <p:nvPr>
            <p:ph type="title"/>
          </p:nvPr>
        </p:nvSpPr>
        <p:spPr>
          <a:xfrm>
            <a:off x="713225" y="445025"/>
            <a:ext cx="64803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10" name="Google Shape;810;p10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11" name="Google Shape;811;p10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812" name="Shape 812"/>
        <p:cNvGrpSpPr/>
        <p:nvPr/>
      </p:nvGrpSpPr>
      <p:grpSpPr>
        <a:xfrm>
          <a:off x="0" y="0"/>
          <a:ext cx="0" cy="0"/>
          <a:chOff x="0" y="0"/>
          <a:chExt cx="0" cy="0"/>
        </a:xfrm>
      </p:grpSpPr>
      <p:sp>
        <p:nvSpPr>
          <p:cNvPr id="813" name="Google Shape;813;p101"/>
          <p:cNvSpPr txBox="1"/>
          <p:nvPr>
            <p:ph type="subTitle" idx="1"/>
          </p:nvPr>
        </p:nvSpPr>
        <p:spPr>
          <a:xfrm>
            <a:off x="3571925"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4" name="Google Shape;814;p101"/>
          <p:cNvSpPr txBox="1"/>
          <p:nvPr>
            <p:ph type="subTitle" idx="2"/>
          </p:nvPr>
        </p:nvSpPr>
        <p:spPr>
          <a:xfrm>
            <a:off x="3571925"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5" name="Google Shape;815;p101"/>
          <p:cNvSpPr txBox="1"/>
          <p:nvPr>
            <p:ph type="subTitle" idx="3"/>
          </p:nvPr>
        </p:nvSpPr>
        <p:spPr>
          <a:xfrm>
            <a:off x="1088400"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6" name="Google Shape;816;p101"/>
          <p:cNvSpPr txBox="1"/>
          <p:nvPr>
            <p:ph type="subTitle" idx="4"/>
          </p:nvPr>
        </p:nvSpPr>
        <p:spPr>
          <a:xfrm>
            <a:off x="1088400"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7" name="Google Shape;817;p101"/>
          <p:cNvSpPr txBox="1"/>
          <p:nvPr>
            <p:ph type="subTitle" idx="5"/>
          </p:nvPr>
        </p:nvSpPr>
        <p:spPr>
          <a:xfrm>
            <a:off x="6055450" y="2904446"/>
            <a:ext cx="2015400" cy="4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18" name="Google Shape;818;p101"/>
          <p:cNvSpPr txBox="1"/>
          <p:nvPr>
            <p:ph type="subTitle" idx="6"/>
          </p:nvPr>
        </p:nvSpPr>
        <p:spPr>
          <a:xfrm>
            <a:off x="6055450" y="3306722"/>
            <a:ext cx="20154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9" name="Google Shape;819;p101"/>
          <p:cNvSpPr txBox="1"/>
          <p:nvPr>
            <p:ph type="title"/>
          </p:nvPr>
        </p:nvSpPr>
        <p:spPr>
          <a:xfrm>
            <a:off x="713225" y="445025"/>
            <a:ext cx="5517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20" name="Google Shape;820;p10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21" name="Google Shape;821;p10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22" name="Google Shape;822;p101"/>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823" name="Shape 823"/>
        <p:cNvGrpSpPr/>
        <p:nvPr/>
      </p:nvGrpSpPr>
      <p:grpSpPr>
        <a:xfrm>
          <a:off x="0" y="0"/>
          <a:ext cx="0" cy="0"/>
          <a:chOff x="0" y="0"/>
          <a:chExt cx="0" cy="0"/>
        </a:xfrm>
      </p:grpSpPr>
      <p:cxnSp>
        <p:nvCxnSpPr>
          <p:cNvPr id="824" name="Google Shape;824;p10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25" name="Google Shape;825;p10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26" name="Google Shape;826;p102"/>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27" name="Google Shape;827;p102"/>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28" name="Google Shape;828;p102"/>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29" name="Google Shape;829;p102"/>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830" name="Google Shape;830;p102"/>
          <p:cNvSpPr txBox="1"/>
          <p:nvPr>
            <p:ph type="title"/>
          </p:nvPr>
        </p:nvSpPr>
        <p:spPr>
          <a:xfrm>
            <a:off x="2780100" y="445025"/>
            <a:ext cx="35838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1" name="Google Shape;831;p102"/>
          <p:cNvSpPr txBox="1"/>
          <p:nvPr>
            <p:ph type="subTitle" idx="1"/>
          </p:nvPr>
        </p:nvSpPr>
        <p:spPr>
          <a:xfrm>
            <a:off x="5306650" y="1710190"/>
            <a:ext cx="2486100" cy="40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832" name="Google Shape;832;p102"/>
          <p:cNvSpPr txBox="1"/>
          <p:nvPr>
            <p:ph type="subTitle" idx="2"/>
          </p:nvPr>
        </p:nvSpPr>
        <p:spPr>
          <a:xfrm>
            <a:off x="5306650" y="211121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3" name="Google Shape;833;p102"/>
          <p:cNvSpPr txBox="1"/>
          <p:nvPr>
            <p:ph type="subTitle" idx="3"/>
          </p:nvPr>
        </p:nvSpPr>
        <p:spPr>
          <a:xfrm>
            <a:off x="1351250" y="1710190"/>
            <a:ext cx="2486100" cy="401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834" name="Google Shape;834;p102"/>
          <p:cNvSpPr txBox="1"/>
          <p:nvPr>
            <p:ph type="subTitle" idx="4"/>
          </p:nvPr>
        </p:nvSpPr>
        <p:spPr>
          <a:xfrm>
            <a:off x="1351250" y="211121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5" name="Google Shape;835;p102"/>
          <p:cNvSpPr txBox="1"/>
          <p:nvPr>
            <p:ph type="subTitle" idx="5"/>
          </p:nvPr>
        </p:nvSpPr>
        <p:spPr>
          <a:xfrm>
            <a:off x="5306650" y="3552118"/>
            <a:ext cx="2486100" cy="46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836" name="Google Shape;836;p102"/>
          <p:cNvSpPr txBox="1"/>
          <p:nvPr>
            <p:ph type="subTitle" idx="6"/>
          </p:nvPr>
        </p:nvSpPr>
        <p:spPr>
          <a:xfrm>
            <a:off x="5306650" y="394648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7" name="Google Shape;837;p102"/>
          <p:cNvSpPr txBox="1"/>
          <p:nvPr>
            <p:ph type="subTitle" idx="7"/>
          </p:nvPr>
        </p:nvSpPr>
        <p:spPr>
          <a:xfrm>
            <a:off x="1351250" y="3552118"/>
            <a:ext cx="2486100" cy="46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400">
                <a:latin typeface="Vidaloka"/>
                <a:ea typeface="Vidaloka"/>
                <a:cs typeface="Vidaloka"/>
                <a:sym typeface="Vidaloka"/>
              </a:defRPr>
            </a:lvl1pPr>
            <a:lvl2pPr lvl="1" algn="ctr">
              <a:spcBef>
                <a:spcPts val="0"/>
              </a:spcBef>
              <a:spcAft>
                <a:spcPts val="0"/>
              </a:spcAft>
              <a:buSzPts val="2100"/>
              <a:buNone/>
              <a:defRPr sz="2100" b="1"/>
            </a:lvl2pPr>
            <a:lvl3pPr lvl="2" algn="ctr">
              <a:spcBef>
                <a:spcPts val="0"/>
              </a:spcBef>
              <a:spcAft>
                <a:spcPts val="0"/>
              </a:spcAft>
              <a:buSzPts val="2100"/>
              <a:buNone/>
              <a:defRPr sz="2100" b="1"/>
            </a:lvl3pPr>
            <a:lvl4pPr lvl="3" algn="ctr">
              <a:spcBef>
                <a:spcPts val="0"/>
              </a:spcBef>
              <a:spcAft>
                <a:spcPts val="0"/>
              </a:spcAft>
              <a:buSzPts val="2100"/>
              <a:buNone/>
              <a:defRPr sz="2100" b="1"/>
            </a:lvl4pPr>
            <a:lvl5pPr lvl="4" algn="ctr">
              <a:spcBef>
                <a:spcPts val="0"/>
              </a:spcBef>
              <a:spcAft>
                <a:spcPts val="0"/>
              </a:spcAft>
              <a:buSzPts val="2100"/>
              <a:buNone/>
              <a:defRPr sz="2100" b="1"/>
            </a:lvl5pPr>
            <a:lvl6pPr lvl="5" algn="ctr">
              <a:spcBef>
                <a:spcPts val="0"/>
              </a:spcBef>
              <a:spcAft>
                <a:spcPts val="0"/>
              </a:spcAft>
              <a:buSzPts val="2100"/>
              <a:buNone/>
              <a:defRPr sz="2100" b="1"/>
            </a:lvl6pPr>
            <a:lvl7pPr lvl="6" algn="ctr">
              <a:spcBef>
                <a:spcPts val="0"/>
              </a:spcBef>
              <a:spcAft>
                <a:spcPts val="0"/>
              </a:spcAft>
              <a:buSzPts val="2100"/>
              <a:buNone/>
              <a:defRPr sz="2100" b="1"/>
            </a:lvl7pPr>
            <a:lvl8pPr lvl="7" algn="ctr">
              <a:spcBef>
                <a:spcPts val="0"/>
              </a:spcBef>
              <a:spcAft>
                <a:spcPts val="0"/>
              </a:spcAft>
              <a:buSzPts val="2100"/>
              <a:buNone/>
              <a:defRPr sz="2100" b="1"/>
            </a:lvl8pPr>
            <a:lvl9pPr lvl="8" algn="ctr">
              <a:spcBef>
                <a:spcPts val="0"/>
              </a:spcBef>
              <a:spcAft>
                <a:spcPts val="0"/>
              </a:spcAft>
              <a:buSzPts val="2100"/>
              <a:buNone/>
              <a:defRPr sz="2100" b="1"/>
            </a:lvl9pPr>
          </a:lstStyle>
          <a:p/>
        </p:txBody>
      </p:sp>
      <p:sp>
        <p:nvSpPr>
          <p:cNvPr id="838" name="Google Shape;838;p102"/>
          <p:cNvSpPr txBox="1"/>
          <p:nvPr>
            <p:ph type="subTitle" idx="8"/>
          </p:nvPr>
        </p:nvSpPr>
        <p:spPr>
          <a:xfrm>
            <a:off x="1351300" y="3946487"/>
            <a:ext cx="2486100" cy="618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9" name="Google Shape;839;p102"/>
          <p:cNvSpPr txBox="1"/>
          <p:nvPr>
            <p:ph type="title" idx="9" hasCustomPrompt="1"/>
          </p:nvPr>
        </p:nvSpPr>
        <p:spPr>
          <a:xfrm>
            <a:off x="1351250" y="1131425"/>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840" name="Google Shape;840;p102"/>
          <p:cNvSpPr txBox="1"/>
          <p:nvPr>
            <p:ph type="title" idx="13" hasCustomPrompt="1"/>
          </p:nvPr>
        </p:nvSpPr>
        <p:spPr>
          <a:xfrm>
            <a:off x="5306650" y="1131425"/>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841" name="Google Shape;841;p102"/>
          <p:cNvSpPr txBox="1"/>
          <p:nvPr>
            <p:ph type="title" idx="14" hasCustomPrompt="1"/>
          </p:nvPr>
        </p:nvSpPr>
        <p:spPr>
          <a:xfrm>
            <a:off x="1351300" y="2964563"/>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
        <p:nvSpPr>
          <p:cNvPr id="842" name="Google Shape;842;p102"/>
          <p:cNvSpPr txBox="1"/>
          <p:nvPr>
            <p:ph type="title" idx="15" hasCustomPrompt="1"/>
          </p:nvPr>
        </p:nvSpPr>
        <p:spPr>
          <a:xfrm>
            <a:off x="5306650" y="2964563"/>
            <a:ext cx="2486100" cy="6675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4000"/>
              <a:buNone/>
              <a:defRPr sz="3800">
                <a:solidFill>
                  <a:schemeClr val="accent1"/>
                </a:solidFill>
              </a:defRPr>
            </a:lvl1pPr>
            <a:lvl2pPr lvl="1" algn="ctr">
              <a:spcBef>
                <a:spcPts val="0"/>
              </a:spcBef>
              <a:spcAft>
                <a:spcPts val="0"/>
              </a:spcAft>
              <a:buClr>
                <a:schemeClr val="dk2"/>
              </a:buClr>
              <a:buSzPts val="4000"/>
              <a:buNone/>
              <a:defRPr sz="4000">
                <a:solidFill>
                  <a:schemeClr val="dk2"/>
                </a:solidFill>
              </a:defRPr>
            </a:lvl2pPr>
            <a:lvl3pPr lvl="2" algn="ctr">
              <a:spcBef>
                <a:spcPts val="0"/>
              </a:spcBef>
              <a:spcAft>
                <a:spcPts val="0"/>
              </a:spcAft>
              <a:buClr>
                <a:schemeClr val="dk2"/>
              </a:buClr>
              <a:buSzPts val="4000"/>
              <a:buNone/>
              <a:defRPr sz="4000">
                <a:solidFill>
                  <a:schemeClr val="dk2"/>
                </a:solidFill>
              </a:defRPr>
            </a:lvl3pPr>
            <a:lvl4pPr lvl="3" algn="ctr">
              <a:spcBef>
                <a:spcPts val="0"/>
              </a:spcBef>
              <a:spcAft>
                <a:spcPts val="0"/>
              </a:spcAft>
              <a:buClr>
                <a:schemeClr val="dk2"/>
              </a:buClr>
              <a:buSzPts val="4000"/>
              <a:buNone/>
              <a:defRPr sz="4000">
                <a:solidFill>
                  <a:schemeClr val="dk2"/>
                </a:solidFill>
              </a:defRPr>
            </a:lvl4pPr>
            <a:lvl5pPr lvl="4" algn="ctr">
              <a:spcBef>
                <a:spcPts val="0"/>
              </a:spcBef>
              <a:spcAft>
                <a:spcPts val="0"/>
              </a:spcAft>
              <a:buClr>
                <a:schemeClr val="dk2"/>
              </a:buClr>
              <a:buSzPts val="4000"/>
              <a:buNone/>
              <a:defRPr sz="4000">
                <a:solidFill>
                  <a:schemeClr val="dk2"/>
                </a:solidFill>
              </a:defRPr>
            </a:lvl5pPr>
            <a:lvl6pPr lvl="5" algn="ctr">
              <a:spcBef>
                <a:spcPts val="0"/>
              </a:spcBef>
              <a:spcAft>
                <a:spcPts val="0"/>
              </a:spcAft>
              <a:buClr>
                <a:schemeClr val="dk2"/>
              </a:buClr>
              <a:buSzPts val="4000"/>
              <a:buNone/>
              <a:defRPr sz="4000">
                <a:solidFill>
                  <a:schemeClr val="dk2"/>
                </a:solidFill>
              </a:defRPr>
            </a:lvl6pPr>
            <a:lvl7pPr lvl="6" algn="ctr">
              <a:spcBef>
                <a:spcPts val="0"/>
              </a:spcBef>
              <a:spcAft>
                <a:spcPts val="0"/>
              </a:spcAft>
              <a:buClr>
                <a:schemeClr val="dk2"/>
              </a:buClr>
              <a:buSzPts val="4000"/>
              <a:buNone/>
              <a:defRPr sz="4000">
                <a:solidFill>
                  <a:schemeClr val="dk2"/>
                </a:solidFill>
              </a:defRPr>
            </a:lvl7pPr>
            <a:lvl8pPr lvl="7" algn="ctr">
              <a:spcBef>
                <a:spcPts val="0"/>
              </a:spcBef>
              <a:spcAft>
                <a:spcPts val="0"/>
              </a:spcAft>
              <a:buClr>
                <a:schemeClr val="dk2"/>
              </a:buClr>
              <a:buSzPts val="4000"/>
              <a:buNone/>
              <a:defRPr sz="4000">
                <a:solidFill>
                  <a:schemeClr val="dk2"/>
                </a:solidFill>
              </a:defRPr>
            </a:lvl8pPr>
            <a:lvl9pPr lvl="8"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843" name="Shape 843"/>
        <p:cNvGrpSpPr/>
        <p:nvPr/>
      </p:nvGrpSpPr>
      <p:grpSpPr>
        <a:xfrm>
          <a:off x="0" y="0"/>
          <a:ext cx="0" cy="0"/>
          <a:chOff x="0" y="0"/>
          <a:chExt cx="0" cy="0"/>
        </a:xfrm>
      </p:grpSpPr>
      <p:sp>
        <p:nvSpPr>
          <p:cNvPr id="844" name="Google Shape;844;p103"/>
          <p:cNvSpPr txBox="1"/>
          <p:nvPr>
            <p:ph type="subTitle" idx="1"/>
          </p:nvPr>
        </p:nvSpPr>
        <p:spPr>
          <a:xfrm>
            <a:off x="3718325" y="3294199"/>
            <a:ext cx="16428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5" name="Google Shape;845;p103"/>
          <p:cNvSpPr txBox="1"/>
          <p:nvPr>
            <p:ph type="subTitle" idx="2"/>
          </p:nvPr>
        </p:nvSpPr>
        <p:spPr>
          <a:xfrm>
            <a:off x="3617675"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846" name="Google Shape;846;p103"/>
          <p:cNvSpPr txBox="1"/>
          <p:nvPr>
            <p:ph type="subTitle" idx="3"/>
          </p:nvPr>
        </p:nvSpPr>
        <p:spPr>
          <a:xfrm>
            <a:off x="1328025" y="3294199"/>
            <a:ext cx="16428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7" name="Google Shape;847;p103"/>
          <p:cNvSpPr txBox="1"/>
          <p:nvPr>
            <p:ph type="subTitle" idx="4"/>
          </p:nvPr>
        </p:nvSpPr>
        <p:spPr>
          <a:xfrm>
            <a:off x="1227426"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848" name="Google Shape;848;p103"/>
          <p:cNvSpPr txBox="1"/>
          <p:nvPr>
            <p:ph type="subTitle" idx="5"/>
          </p:nvPr>
        </p:nvSpPr>
        <p:spPr>
          <a:xfrm>
            <a:off x="6108550" y="3294199"/>
            <a:ext cx="1643100" cy="43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49" name="Google Shape;849;p103"/>
          <p:cNvSpPr txBox="1"/>
          <p:nvPr>
            <p:ph type="subTitle" idx="6"/>
          </p:nvPr>
        </p:nvSpPr>
        <p:spPr>
          <a:xfrm>
            <a:off x="6008050" y="3703897"/>
            <a:ext cx="1844100" cy="572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400"/>
              <a:buNone/>
              <a:defRPr sz="1400">
                <a:solidFill>
                  <a:schemeClr val="dk1"/>
                </a:solidFill>
              </a:defRPr>
            </a:lvl1pPr>
            <a:lvl2pPr lvl="1" algn="ctr">
              <a:spcBef>
                <a:spcPts val="0"/>
              </a:spcBef>
              <a:spcAft>
                <a:spcPts val="0"/>
              </a:spcAft>
              <a:buClr>
                <a:schemeClr val="accent4"/>
              </a:buClr>
              <a:buSzPts val="1400"/>
              <a:buNone/>
              <a:defRPr>
                <a:solidFill>
                  <a:schemeClr val="accent4"/>
                </a:solidFill>
              </a:defRPr>
            </a:lvl2pPr>
            <a:lvl3pPr lvl="2" algn="ctr">
              <a:spcBef>
                <a:spcPts val="0"/>
              </a:spcBef>
              <a:spcAft>
                <a:spcPts val="0"/>
              </a:spcAft>
              <a:buClr>
                <a:schemeClr val="accent4"/>
              </a:buClr>
              <a:buSzPts val="1400"/>
              <a:buNone/>
              <a:defRPr>
                <a:solidFill>
                  <a:schemeClr val="accent4"/>
                </a:solidFill>
              </a:defRPr>
            </a:lvl3pPr>
            <a:lvl4pPr lvl="3" algn="ctr">
              <a:spcBef>
                <a:spcPts val="0"/>
              </a:spcBef>
              <a:spcAft>
                <a:spcPts val="0"/>
              </a:spcAft>
              <a:buClr>
                <a:schemeClr val="accent4"/>
              </a:buClr>
              <a:buSzPts val="1400"/>
              <a:buNone/>
              <a:defRPr>
                <a:solidFill>
                  <a:schemeClr val="accent4"/>
                </a:solidFill>
              </a:defRPr>
            </a:lvl4pPr>
            <a:lvl5pPr lvl="4" algn="ctr">
              <a:spcBef>
                <a:spcPts val="0"/>
              </a:spcBef>
              <a:spcAft>
                <a:spcPts val="0"/>
              </a:spcAft>
              <a:buClr>
                <a:schemeClr val="accent4"/>
              </a:buClr>
              <a:buSzPts val="1400"/>
              <a:buNone/>
              <a:defRPr>
                <a:solidFill>
                  <a:schemeClr val="accent4"/>
                </a:solidFill>
              </a:defRPr>
            </a:lvl5pPr>
            <a:lvl6pPr lvl="5" algn="ctr">
              <a:spcBef>
                <a:spcPts val="0"/>
              </a:spcBef>
              <a:spcAft>
                <a:spcPts val="0"/>
              </a:spcAft>
              <a:buClr>
                <a:schemeClr val="accent4"/>
              </a:buClr>
              <a:buSzPts val="1400"/>
              <a:buNone/>
              <a:defRPr>
                <a:solidFill>
                  <a:schemeClr val="accent4"/>
                </a:solidFill>
              </a:defRPr>
            </a:lvl6pPr>
            <a:lvl7pPr lvl="6" algn="ctr">
              <a:spcBef>
                <a:spcPts val="0"/>
              </a:spcBef>
              <a:spcAft>
                <a:spcPts val="0"/>
              </a:spcAft>
              <a:buClr>
                <a:schemeClr val="accent4"/>
              </a:buClr>
              <a:buSzPts val="1400"/>
              <a:buNone/>
              <a:defRPr>
                <a:solidFill>
                  <a:schemeClr val="accent4"/>
                </a:solidFill>
              </a:defRPr>
            </a:lvl7pPr>
            <a:lvl8pPr lvl="7" algn="ctr">
              <a:spcBef>
                <a:spcPts val="0"/>
              </a:spcBef>
              <a:spcAft>
                <a:spcPts val="0"/>
              </a:spcAft>
              <a:buClr>
                <a:schemeClr val="accent4"/>
              </a:buClr>
              <a:buSzPts val="1400"/>
              <a:buNone/>
              <a:defRPr>
                <a:solidFill>
                  <a:schemeClr val="accent4"/>
                </a:solidFill>
              </a:defRPr>
            </a:lvl8pPr>
            <a:lvl9pPr lvl="8" algn="ctr">
              <a:spcBef>
                <a:spcPts val="0"/>
              </a:spcBef>
              <a:spcAft>
                <a:spcPts val="0"/>
              </a:spcAft>
              <a:buClr>
                <a:schemeClr val="accent4"/>
              </a:buClr>
              <a:buSzPts val="1400"/>
              <a:buNone/>
              <a:defRPr>
                <a:solidFill>
                  <a:schemeClr val="accent4"/>
                </a:solidFill>
              </a:defRPr>
            </a:lvl9pPr>
          </a:lstStyle>
          <a:p/>
        </p:txBody>
      </p:sp>
      <p:sp>
        <p:nvSpPr>
          <p:cNvPr id="850" name="Google Shape;850;p103"/>
          <p:cNvSpPr txBox="1"/>
          <p:nvPr>
            <p:ph type="title"/>
          </p:nvPr>
        </p:nvSpPr>
        <p:spPr>
          <a:xfrm>
            <a:off x="713225" y="445025"/>
            <a:ext cx="3188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51" name="Google Shape;851;p10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52" name="Google Shape;852;p10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853" name="Shape 853"/>
        <p:cNvGrpSpPr/>
        <p:nvPr/>
      </p:nvGrpSpPr>
      <p:grpSpPr>
        <a:xfrm>
          <a:off x="0" y="0"/>
          <a:ext cx="0" cy="0"/>
          <a:chOff x="0" y="0"/>
          <a:chExt cx="0" cy="0"/>
        </a:xfrm>
      </p:grpSpPr>
      <p:sp>
        <p:nvSpPr>
          <p:cNvPr id="854" name="Google Shape;854;p104"/>
          <p:cNvSpPr txBox="1"/>
          <p:nvPr>
            <p:ph type="subTitle" idx="1"/>
          </p:nvPr>
        </p:nvSpPr>
        <p:spPr>
          <a:xfrm>
            <a:off x="4750175" y="1632746"/>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55" name="Google Shape;855;p104"/>
          <p:cNvSpPr txBox="1"/>
          <p:nvPr>
            <p:ph type="subTitle" idx="2"/>
          </p:nvPr>
        </p:nvSpPr>
        <p:spPr>
          <a:xfrm>
            <a:off x="4750184" y="2035022"/>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56" name="Google Shape;856;p104"/>
          <p:cNvSpPr txBox="1"/>
          <p:nvPr>
            <p:ph type="subTitle" idx="3"/>
          </p:nvPr>
        </p:nvSpPr>
        <p:spPr>
          <a:xfrm>
            <a:off x="2306450" y="1632746"/>
            <a:ext cx="20148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57" name="Google Shape;857;p104"/>
          <p:cNvSpPr txBox="1"/>
          <p:nvPr>
            <p:ph type="subTitle" idx="4"/>
          </p:nvPr>
        </p:nvSpPr>
        <p:spPr>
          <a:xfrm>
            <a:off x="2306462" y="2035022"/>
            <a:ext cx="20148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58" name="Google Shape;858;p104"/>
          <p:cNvSpPr txBox="1"/>
          <p:nvPr>
            <p:ph type="subTitle" idx="5"/>
          </p:nvPr>
        </p:nvSpPr>
        <p:spPr>
          <a:xfrm>
            <a:off x="4750175" y="3062273"/>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59" name="Google Shape;859;p104"/>
          <p:cNvSpPr txBox="1"/>
          <p:nvPr>
            <p:ph type="subTitle" idx="6"/>
          </p:nvPr>
        </p:nvSpPr>
        <p:spPr>
          <a:xfrm>
            <a:off x="4750184" y="3471047"/>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0" name="Google Shape;860;p104"/>
          <p:cNvSpPr txBox="1"/>
          <p:nvPr>
            <p:ph type="subTitle" idx="7"/>
          </p:nvPr>
        </p:nvSpPr>
        <p:spPr>
          <a:xfrm>
            <a:off x="2306450" y="3062273"/>
            <a:ext cx="20148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61" name="Google Shape;861;p104"/>
          <p:cNvSpPr txBox="1"/>
          <p:nvPr>
            <p:ph type="subTitle" idx="8"/>
          </p:nvPr>
        </p:nvSpPr>
        <p:spPr>
          <a:xfrm>
            <a:off x="2306462" y="3471047"/>
            <a:ext cx="20148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2" name="Google Shape;862;p104"/>
          <p:cNvSpPr txBox="1"/>
          <p:nvPr>
            <p:ph type="title"/>
          </p:nvPr>
        </p:nvSpPr>
        <p:spPr>
          <a:xfrm>
            <a:off x="713225" y="445025"/>
            <a:ext cx="27858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863" name="Google Shape;863;p10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64" name="Google Shape;864;p10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865" name="Shape 865"/>
        <p:cNvGrpSpPr/>
        <p:nvPr/>
      </p:nvGrpSpPr>
      <p:grpSpPr>
        <a:xfrm>
          <a:off x="0" y="0"/>
          <a:ext cx="0" cy="0"/>
          <a:chOff x="0" y="0"/>
          <a:chExt cx="0" cy="0"/>
        </a:xfrm>
      </p:grpSpPr>
      <p:cxnSp>
        <p:nvCxnSpPr>
          <p:cNvPr id="866" name="Google Shape;866;p10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67" name="Google Shape;867;p10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68" name="Google Shape;868;p105"/>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69" name="Google Shape;869;p105"/>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70" name="Google Shape;870;p105"/>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71" name="Google Shape;871;p105"/>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872" name="Google Shape;872;p105"/>
          <p:cNvSpPr txBox="1"/>
          <p:nvPr>
            <p:ph type="subTitle" idx="1"/>
          </p:nvPr>
        </p:nvSpPr>
        <p:spPr>
          <a:xfrm>
            <a:off x="728750" y="1112872"/>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73" name="Google Shape;873;p105"/>
          <p:cNvSpPr txBox="1"/>
          <p:nvPr>
            <p:ph type="subTitle" idx="2"/>
          </p:nvPr>
        </p:nvSpPr>
        <p:spPr>
          <a:xfrm>
            <a:off x="728762" y="1515149"/>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4" name="Google Shape;874;p105"/>
          <p:cNvSpPr txBox="1"/>
          <p:nvPr>
            <p:ph type="subTitle" idx="3"/>
          </p:nvPr>
        </p:nvSpPr>
        <p:spPr>
          <a:xfrm>
            <a:off x="728750" y="2036386"/>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75" name="Google Shape;875;p105"/>
          <p:cNvSpPr txBox="1"/>
          <p:nvPr>
            <p:ph type="subTitle" idx="4"/>
          </p:nvPr>
        </p:nvSpPr>
        <p:spPr>
          <a:xfrm>
            <a:off x="728762" y="2445160"/>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6" name="Google Shape;876;p105"/>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877" name="Google Shape;877;p105"/>
          <p:cNvSpPr txBox="1"/>
          <p:nvPr>
            <p:ph type="subTitle" idx="5"/>
          </p:nvPr>
        </p:nvSpPr>
        <p:spPr>
          <a:xfrm>
            <a:off x="728750" y="2997225"/>
            <a:ext cx="2014800" cy="4998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78" name="Google Shape;878;p105"/>
          <p:cNvSpPr txBox="1"/>
          <p:nvPr>
            <p:ph type="subTitle" idx="6"/>
          </p:nvPr>
        </p:nvSpPr>
        <p:spPr>
          <a:xfrm>
            <a:off x="728762" y="3405999"/>
            <a:ext cx="2014800" cy="5727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879" name="Shape 879"/>
        <p:cNvGrpSpPr/>
        <p:nvPr/>
      </p:nvGrpSpPr>
      <p:grpSpPr>
        <a:xfrm>
          <a:off x="0" y="0"/>
          <a:ext cx="0" cy="0"/>
          <a:chOff x="0" y="0"/>
          <a:chExt cx="0" cy="0"/>
        </a:xfrm>
      </p:grpSpPr>
      <p:sp>
        <p:nvSpPr>
          <p:cNvPr id="880" name="Google Shape;880;p106"/>
          <p:cNvSpPr txBox="1"/>
          <p:nvPr>
            <p:ph type="title" hasCustomPrompt="1"/>
          </p:nvPr>
        </p:nvSpPr>
        <p:spPr>
          <a:xfrm>
            <a:off x="2592925" y="714600"/>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881" name="Google Shape;881;p106"/>
          <p:cNvSpPr txBox="1"/>
          <p:nvPr>
            <p:ph type="subTitle" idx="1"/>
          </p:nvPr>
        </p:nvSpPr>
        <p:spPr>
          <a:xfrm>
            <a:off x="2364984" y="1346400"/>
            <a:ext cx="4414200" cy="377700"/>
          </a:xfrm>
          <a:prstGeom prst="rect">
            <a:avLst/>
          </a:prstGeom>
        </p:spPr>
        <p:txBody>
          <a:bodyPr spcFirstLastPara="1" wrap="square" lIns="91425" tIns="91425" rIns="91425" bIns="91425" anchor="t" anchorCtr="0">
            <a:noAutofit/>
          </a:bodyPr>
          <a:lstStyle>
            <a:lvl1pPr lvl="0" algn="ctr">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2" name="Google Shape;882;p106"/>
          <p:cNvSpPr txBox="1"/>
          <p:nvPr>
            <p:ph type="title" idx="2" hasCustomPrompt="1"/>
          </p:nvPr>
        </p:nvSpPr>
        <p:spPr>
          <a:xfrm>
            <a:off x="2592925" y="2063025"/>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3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883" name="Google Shape;883;p106"/>
          <p:cNvSpPr txBox="1"/>
          <p:nvPr>
            <p:ph type="subTitle" idx="3"/>
          </p:nvPr>
        </p:nvSpPr>
        <p:spPr>
          <a:xfrm>
            <a:off x="2364984" y="2694825"/>
            <a:ext cx="4414200" cy="3777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4" name="Google Shape;884;p106"/>
          <p:cNvSpPr txBox="1"/>
          <p:nvPr>
            <p:ph type="title" idx="4" hasCustomPrompt="1"/>
          </p:nvPr>
        </p:nvSpPr>
        <p:spPr>
          <a:xfrm>
            <a:off x="2592925" y="3411450"/>
            <a:ext cx="3958200" cy="6150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1"/>
              </a:buClr>
              <a:buSzPts val="5000"/>
              <a:buNone/>
              <a:defRPr sz="43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885" name="Google Shape;885;p106"/>
          <p:cNvSpPr txBox="1"/>
          <p:nvPr>
            <p:ph type="subTitle" idx="5"/>
          </p:nvPr>
        </p:nvSpPr>
        <p:spPr>
          <a:xfrm>
            <a:off x="2364950" y="4043250"/>
            <a:ext cx="4414200" cy="377700"/>
          </a:xfrm>
          <a:prstGeom prst="rect">
            <a:avLst/>
          </a:prstGeom>
        </p:spPr>
        <p:txBody>
          <a:bodyPr spcFirstLastPara="1" wrap="square" lIns="91425" tIns="91425" rIns="91425" bIns="91425" anchor="t" anchorCtr="0">
            <a:noAutofit/>
          </a:bodyPr>
          <a:lstStyle>
            <a:lvl1pPr lvl="0" algn="ctr">
              <a:spcBef>
                <a:spcPts val="0"/>
              </a:spcBef>
              <a:spcAft>
                <a:spcPts val="0"/>
              </a:spcAft>
              <a:buSzPts val="15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886" name="Google Shape;886;p10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87" name="Google Shape;887;p10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888" name="Shape 888"/>
        <p:cNvGrpSpPr/>
        <p:nvPr/>
      </p:nvGrpSpPr>
      <p:grpSpPr>
        <a:xfrm>
          <a:off x="0" y="0"/>
          <a:ext cx="0" cy="0"/>
          <a:chOff x="0" y="0"/>
          <a:chExt cx="0" cy="0"/>
        </a:xfrm>
      </p:grpSpPr>
      <p:sp>
        <p:nvSpPr>
          <p:cNvPr id="889" name="Google Shape;889;p107"/>
          <p:cNvSpPr txBox="1"/>
          <p:nvPr>
            <p:ph type="subTitle" idx="1"/>
          </p:nvPr>
        </p:nvSpPr>
        <p:spPr>
          <a:xfrm>
            <a:off x="5700609" y="2084269"/>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0" name="Google Shape;890;p107"/>
          <p:cNvSpPr txBox="1"/>
          <p:nvPr>
            <p:ph type="subTitle" idx="2"/>
          </p:nvPr>
        </p:nvSpPr>
        <p:spPr>
          <a:xfrm>
            <a:off x="5700621" y="2486544"/>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1" name="Google Shape;891;p107"/>
          <p:cNvSpPr txBox="1"/>
          <p:nvPr>
            <p:ph type="subTitle" idx="3"/>
          </p:nvPr>
        </p:nvSpPr>
        <p:spPr>
          <a:xfrm>
            <a:off x="1973988" y="902134"/>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2" name="Google Shape;892;p107"/>
          <p:cNvSpPr txBox="1"/>
          <p:nvPr>
            <p:ph type="subTitle" idx="4"/>
          </p:nvPr>
        </p:nvSpPr>
        <p:spPr>
          <a:xfrm>
            <a:off x="1973988" y="1304410"/>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latin typeface="Mako"/>
                <a:ea typeface="Mako"/>
                <a:cs typeface="Mako"/>
                <a:sym typeface="Mako"/>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93" name="Google Shape;893;p107"/>
          <p:cNvSpPr txBox="1"/>
          <p:nvPr>
            <p:ph type="subTitle" idx="5"/>
          </p:nvPr>
        </p:nvSpPr>
        <p:spPr>
          <a:xfrm>
            <a:off x="1973988" y="3290875"/>
            <a:ext cx="2764500" cy="4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894" name="Google Shape;894;p107"/>
          <p:cNvSpPr txBox="1"/>
          <p:nvPr>
            <p:ph type="subTitle" idx="6"/>
          </p:nvPr>
        </p:nvSpPr>
        <p:spPr>
          <a:xfrm>
            <a:off x="1973988" y="3699649"/>
            <a:ext cx="2764500" cy="57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895" name="Google Shape;895;p10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96" name="Google Shape;896;p10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897" name="Google Shape;897;p107"/>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98" name="Google Shape;898;p107"/>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899" name="Google Shape;899;p107"/>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900" name="Google Shape;900;p107"/>
          <p:cNvSpPr txBox="1"/>
          <p:nvPr>
            <p:ph type="title" hasCustomPrompt="1"/>
          </p:nvPr>
        </p:nvSpPr>
        <p:spPr>
          <a:xfrm>
            <a:off x="733000" y="1114450"/>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901" name="Google Shape;901;p107"/>
          <p:cNvSpPr txBox="1"/>
          <p:nvPr>
            <p:ph type="title" idx="7" hasCustomPrompt="1"/>
          </p:nvPr>
        </p:nvSpPr>
        <p:spPr>
          <a:xfrm>
            <a:off x="733000" y="3503175"/>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
        <p:nvSpPr>
          <p:cNvPr id="902" name="Google Shape;902;p107"/>
          <p:cNvSpPr txBox="1"/>
          <p:nvPr>
            <p:ph type="title" idx="8" hasCustomPrompt="1"/>
          </p:nvPr>
        </p:nvSpPr>
        <p:spPr>
          <a:xfrm>
            <a:off x="4441002" y="2276488"/>
            <a:ext cx="1118100" cy="61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000"/>
              <a:buNone/>
              <a:defRPr sz="4500">
                <a:solidFill>
                  <a:schemeClr val="accent1"/>
                </a:solidFill>
              </a:defRPr>
            </a:lvl1pPr>
            <a:lvl2pPr lvl="1"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2pPr>
            <a:lvl3pPr lvl="2"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3pPr>
            <a:lvl4pPr lvl="3"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4pPr>
            <a:lvl5pPr lvl="4"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5pPr>
            <a:lvl6pPr lvl="5"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6pPr>
            <a:lvl7pPr lvl="6"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7pPr>
            <a:lvl8pPr lvl="7"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8pPr>
            <a:lvl9pPr lvl="8" algn="ctr">
              <a:spcBef>
                <a:spcPts val="0"/>
              </a:spcBef>
              <a:spcAft>
                <a:spcPts val="0"/>
              </a:spcAft>
              <a:buClr>
                <a:schemeClr val="accent1"/>
              </a:buClr>
              <a:buSzPts val="12000"/>
              <a:buFont typeface="Russo One" panose="02000503050000020004"/>
              <a:buNone/>
              <a:defRPr sz="12000">
                <a:solidFill>
                  <a:schemeClr val="accent1"/>
                </a:solidFill>
                <a:latin typeface="Russo One" panose="02000503050000020004"/>
                <a:ea typeface="Russo One" panose="02000503050000020004"/>
                <a:cs typeface="Russo One" panose="02000503050000020004"/>
                <a:sym typeface="Russo One" panose="02000503050000020004"/>
              </a:defRPr>
            </a:lvl9pPr>
          </a:lstStyle>
          <a:p>
            <a:r>
              <a:t>xx%</a:t>
            </a: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903" name="Shape 903"/>
        <p:cNvGrpSpPr/>
        <p:nvPr/>
      </p:nvGrpSpPr>
      <p:grpSpPr>
        <a:xfrm>
          <a:off x="0" y="0"/>
          <a:ext cx="0" cy="0"/>
          <a:chOff x="0" y="0"/>
          <a:chExt cx="0" cy="0"/>
        </a:xfrm>
      </p:grpSpPr>
      <p:sp>
        <p:nvSpPr>
          <p:cNvPr id="904" name="Google Shape;904;p108"/>
          <p:cNvSpPr txBox="1"/>
          <p:nvPr>
            <p:ph type="title"/>
          </p:nvPr>
        </p:nvSpPr>
        <p:spPr>
          <a:xfrm>
            <a:off x="803750" y="2040496"/>
            <a:ext cx="4087500" cy="673200"/>
          </a:xfrm>
          <a:prstGeom prst="rect">
            <a:avLst/>
          </a:prstGeom>
        </p:spPr>
        <p:txBody>
          <a:bodyPr spcFirstLastPara="1" wrap="square" lIns="91425" tIns="91425" rIns="91425" bIns="91425" anchor="t" anchorCtr="0">
            <a:noAutofit/>
          </a:bodyPr>
          <a:lstStyle>
            <a:lvl1pPr lvl="0" algn="l">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5" name="Google Shape;905;p108"/>
          <p:cNvSpPr txBox="1"/>
          <p:nvPr>
            <p:ph type="subTitle" idx="1"/>
          </p:nvPr>
        </p:nvSpPr>
        <p:spPr>
          <a:xfrm>
            <a:off x="803750" y="2693525"/>
            <a:ext cx="3159300" cy="558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Font typeface="Josefin Sans"/>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06" name="Google Shape;906;p10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07" name="Google Shape;907;p10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908" name="Shape 908"/>
        <p:cNvGrpSpPr/>
        <p:nvPr/>
      </p:nvGrpSpPr>
      <p:grpSpPr>
        <a:xfrm>
          <a:off x="0" y="0"/>
          <a:ext cx="0" cy="0"/>
          <a:chOff x="0" y="0"/>
          <a:chExt cx="0" cy="0"/>
        </a:xfrm>
      </p:grpSpPr>
      <p:sp>
        <p:nvSpPr>
          <p:cNvPr id="909" name="Google Shape;909;p109"/>
          <p:cNvSpPr txBox="1"/>
          <p:nvPr>
            <p:ph type="title"/>
          </p:nvPr>
        </p:nvSpPr>
        <p:spPr>
          <a:xfrm>
            <a:off x="4490150" y="2047725"/>
            <a:ext cx="3364200" cy="628800"/>
          </a:xfrm>
          <a:prstGeom prst="rect">
            <a:avLst/>
          </a:prstGeom>
        </p:spPr>
        <p:txBody>
          <a:bodyPr spcFirstLastPara="1" wrap="square" lIns="91425" tIns="91425" rIns="91425" bIns="91425" anchor="t" anchorCtr="0">
            <a:noAutofit/>
          </a:bodyPr>
          <a:lstStyle>
            <a:lvl1pPr lvl="0" algn="r">
              <a:spcBef>
                <a:spcPts val="0"/>
              </a:spcBef>
              <a:spcAft>
                <a:spcPts val="0"/>
              </a:spcAft>
              <a:buSzPts val="3000"/>
              <a:buNone/>
              <a:defRPr/>
            </a:lvl1pPr>
            <a:lvl2pPr lvl="1">
              <a:spcBef>
                <a:spcPts val="0"/>
              </a:spcBef>
              <a:spcAft>
                <a:spcPts val="0"/>
              </a:spcAft>
              <a:buSzPts val="3000"/>
              <a:buNone/>
              <a:defRPr>
                <a:latin typeface="Open Sans SemiBold"/>
                <a:ea typeface="Open Sans SemiBold"/>
                <a:cs typeface="Open Sans SemiBold"/>
                <a:sym typeface="Open Sans SemiBold"/>
              </a:defRPr>
            </a:lvl2pPr>
            <a:lvl3pPr lvl="2">
              <a:spcBef>
                <a:spcPts val="0"/>
              </a:spcBef>
              <a:spcAft>
                <a:spcPts val="0"/>
              </a:spcAft>
              <a:buSzPts val="3000"/>
              <a:buNone/>
              <a:defRPr>
                <a:latin typeface="Open Sans SemiBold"/>
                <a:ea typeface="Open Sans SemiBold"/>
                <a:cs typeface="Open Sans SemiBold"/>
                <a:sym typeface="Open Sans SemiBold"/>
              </a:defRPr>
            </a:lvl3pPr>
            <a:lvl4pPr lvl="3">
              <a:spcBef>
                <a:spcPts val="0"/>
              </a:spcBef>
              <a:spcAft>
                <a:spcPts val="0"/>
              </a:spcAft>
              <a:buSzPts val="3000"/>
              <a:buNone/>
              <a:defRPr>
                <a:latin typeface="Open Sans SemiBold"/>
                <a:ea typeface="Open Sans SemiBold"/>
                <a:cs typeface="Open Sans SemiBold"/>
                <a:sym typeface="Open Sans SemiBold"/>
              </a:defRPr>
            </a:lvl4pPr>
            <a:lvl5pPr lvl="4">
              <a:spcBef>
                <a:spcPts val="0"/>
              </a:spcBef>
              <a:spcAft>
                <a:spcPts val="0"/>
              </a:spcAft>
              <a:buSzPts val="3000"/>
              <a:buNone/>
              <a:defRPr>
                <a:latin typeface="Open Sans SemiBold"/>
                <a:ea typeface="Open Sans SemiBold"/>
                <a:cs typeface="Open Sans SemiBold"/>
                <a:sym typeface="Open Sans SemiBold"/>
              </a:defRPr>
            </a:lvl5pPr>
            <a:lvl6pPr lvl="5">
              <a:spcBef>
                <a:spcPts val="0"/>
              </a:spcBef>
              <a:spcAft>
                <a:spcPts val="0"/>
              </a:spcAft>
              <a:buSzPts val="3000"/>
              <a:buNone/>
              <a:defRPr>
                <a:latin typeface="Open Sans SemiBold"/>
                <a:ea typeface="Open Sans SemiBold"/>
                <a:cs typeface="Open Sans SemiBold"/>
                <a:sym typeface="Open Sans SemiBold"/>
              </a:defRPr>
            </a:lvl6pPr>
            <a:lvl7pPr lvl="6">
              <a:spcBef>
                <a:spcPts val="0"/>
              </a:spcBef>
              <a:spcAft>
                <a:spcPts val="0"/>
              </a:spcAft>
              <a:buSzPts val="3000"/>
              <a:buNone/>
              <a:defRPr>
                <a:latin typeface="Open Sans SemiBold"/>
                <a:ea typeface="Open Sans SemiBold"/>
                <a:cs typeface="Open Sans SemiBold"/>
                <a:sym typeface="Open Sans SemiBold"/>
              </a:defRPr>
            </a:lvl7pPr>
            <a:lvl8pPr lvl="7">
              <a:spcBef>
                <a:spcPts val="0"/>
              </a:spcBef>
              <a:spcAft>
                <a:spcPts val="0"/>
              </a:spcAft>
              <a:buSzPts val="3000"/>
              <a:buNone/>
              <a:defRPr>
                <a:latin typeface="Open Sans SemiBold"/>
                <a:ea typeface="Open Sans SemiBold"/>
                <a:cs typeface="Open Sans SemiBold"/>
                <a:sym typeface="Open Sans SemiBold"/>
              </a:defRPr>
            </a:lvl8pPr>
            <a:lvl9pPr lvl="8">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910" name="Google Shape;910;p109"/>
          <p:cNvSpPr txBox="1"/>
          <p:nvPr>
            <p:ph type="subTitle" idx="1"/>
          </p:nvPr>
        </p:nvSpPr>
        <p:spPr>
          <a:xfrm>
            <a:off x="4855550" y="2694825"/>
            <a:ext cx="2998800" cy="558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600"/>
              <a:buFont typeface="Josefin Sans"/>
              <a:buNone/>
              <a:defRPr sz="1400">
                <a:solidFill>
                  <a:schemeClr val="dk1"/>
                </a:solidFill>
              </a:defRPr>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p:txBody>
      </p:sp>
      <p:cxnSp>
        <p:nvCxnSpPr>
          <p:cNvPr id="911" name="Google Shape;911;p10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12" name="Google Shape;912;p10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913" name="Shape 913"/>
        <p:cNvGrpSpPr/>
        <p:nvPr/>
      </p:nvGrpSpPr>
      <p:grpSpPr>
        <a:xfrm>
          <a:off x="0" y="0"/>
          <a:ext cx="0" cy="0"/>
          <a:chOff x="0" y="0"/>
          <a:chExt cx="0" cy="0"/>
        </a:xfrm>
      </p:grpSpPr>
      <p:sp>
        <p:nvSpPr>
          <p:cNvPr id="914" name="Google Shape;914;p110"/>
          <p:cNvSpPr txBox="1"/>
          <p:nvPr>
            <p:ph type="subTitle" idx="1"/>
          </p:nvPr>
        </p:nvSpPr>
        <p:spPr>
          <a:xfrm>
            <a:off x="4166800" y="1453525"/>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915" name="Google Shape;915;p110"/>
          <p:cNvSpPr txBox="1"/>
          <p:nvPr>
            <p:ph type="title"/>
          </p:nvPr>
        </p:nvSpPr>
        <p:spPr>
          <a:xfrm>
            <a:off x="713225" y="445025"/>
            <a:ext cx="45027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916" name="Google Shape;916;p110"/>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17" name="Google Shape;917;p110"/>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18" name="Google Shape;918;p110"/>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919" name="Shape 919"/>
        <p:cNvGrpSpPr/>
        <p:nvPr/>
      </p:nvGrpSpPr>
      <p:grpSpPr>
        <a:xfrm>
          <a:off x="0" y="0"/>
          <a:ext cx="0" cy="0"/>
          <a:chOff x="0" y="0"/>
          <a:chExt cx="0" cy="0"/>
        </a:xfrm>
      </p:grpSpPr>
      <p:cxnSp>
        <p:nvCxnSpPr>
          <p:cNvPr id="920" name="Google Shape;920;p11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21" name="Google Shape;921;p11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22" name="Google Shape;922;p111"/>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23" name="Google Shape;923;p111"/>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24" name="Google Shape;924;p111"/>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25" name="Google Shape;925;p111"/>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
        <p:nvSpPr>
          <p:cNvPr id="926" name="Google Shape;926;p111"/>
          <p:cNvSpPr txBox="1"/>
          <p:nvPr>
            <p:ph type="title"/>
          </p:nvPr>
        </p:nvSpPr>
        <p:spPr>
          <a:xfrm>
            <a:off x="1531650" y="445025"/>
            <a:ext cx="60807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927" name="Google Shape;927;p111"/>
          <p:cNvSpPr txBox="1"/>
          <p:nvPr>
            <p:ph type="subTitle" idx="1"/>
          </p:nvPr>
        </p:nvSpPr>
        <p:spPr>
          <a:xfrm>
            <a:off x="4525188" y="1537663"/>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
        <p:nvSpPr>
          <p:cNvPr id="928" name="Google Shape;928;p111"/>
          <p:cNvSpPr txBox="1"/>
          <p:nvPr>
            <p:ph type="subTitle" idx="2"/>
          </p:nvPr>
        </p:nvSpPr>
        <p:spPr>
          <a:xfrm>
            <a:off x="661213" y="1537663"/>
            <a:ext cx="3957600" cy="2889000"/>
          </a:xfrm>
          <a:prstGeom prst="rect">
            <a:avLst/>
          </a:prstGeom>
        </p:spPr>
        <p:txBody>
          <a:bodyPr spcFirstLastPara="1" wrap="square" lIns="91425" tIns="91425" rIns="91425" bIns="91425" anchor="ctr" anchorCtr="0">
            <a:noAutofit/>
          </a:bodyPr>
          <a:lstStyle>
            <a:lvl1pPr marR="38100" lvl="0" algn="ctr">
              <a:lnSpc>
                <a:spcPct val="100000"/>
              </a:lnSpc>
              <a:spcBef>
                <a:spcPts val="0"/>
              </a:spcBef>
              <a:spcAft>
                <a:spcPts val="0"/>
              </a:spcAft>
              <a:buClr>
                <a:schemeClr val="accent1"/>
              </a:buClr>
              <a:buSzPts val="1400"/>
              <a:buChar char="●"/>
              <a:defRPr sz="1400"/>
            </a:lvl1pPr>
            <a:lvl2pPr lvl="1" algn="ctr">
              <a:spcBef>
                <a:spcPts val="0"/>
              </a:spcBef>
              <a:spcAft>
                <a:spcPts val="0"/>
              </a:spcAft>
              <a:buClr>
                <a:schemeClr val="dk1"/>
              </a:buClr>
              <a:buSzPts val="1400"/>
              <a:buChar char="○"/>
              <a:defRPr/>
            </a:lvl2pPr>
            <a:lvl3pPr lvl="2" algn="ctr">
              <a:spcBef>
                <a:spcPts val="0"/>
              </a:spcBef>
              <a:spcAft>
                <a:spcPts val="0"/>
              </a:spcAft>
              <a:buClr>
                <a:schemeClr val="dk1"/>
              </a:buClr>
              <a:buSzPts val="1400"/>
              <a:buChar char="■"/>
              <a:defRPr/>
            </a:lvl3pPr>
            <a:lvl4pPr lvl="3" algn="ctr">
              <a:spcBef>
                <a:spcPts val="0"/>
              </a:spcBef>
              <a:spcAft>
                <a:spcPts val="0"/>
              </a:spcAft>
              <a:buClr>
                <a:schemeClr val="dk1"/>
              </a:buClr>
              <a:buSzPts val="1400"/>
              <a:buChar char="●"/>
              <a:defRPr/>
            </a:lvl4pPr>
            <a:lvl5pPr lvl="4" algn="ctr">
              <a:spcBef>
                <a:spcPts val="0"/>
              </a:spcBef>
              <a:spcAft>
                <a:spcPts val="0"/>
              </a:spcAft>
              <a:buClr>
                <a:schemeClr val="dk1"/>
              </a:buClr>
              <a:buSzPts val="1400"/>
              <a:buChar char="○"/>
              <a:defRPr/>
            </a:lvl5pPr>
            <a:lvl6pPr lvl="5" algn="ctr">
              <a:spcBef>
                <a:spcPts val="0"/>
              </a:spcBef>
              <a:spcAft>
                <a:spcPts val="0"/>
              </a:spcAft>
              <a:buClr>
                <a:schemeClr val="dk1"/>
              </a:buClr>
              <a:buSzPts val="1400"/>
              <a:buChar char="■"/>
              <a:defRPr/>
            </a:lvl6pPr>
            <a:lvl7pPr lvl="6" algn="ctr">
              <a:spcBef>
                <a:spcPts val="0"/>
              </a:spcBef>
              <a:spcAft>
                <a:spcPts val="0"/>
              </a:spcAft>
              <a:buClr>
                <a:schemeClr val="dk1"/>
              </a:buClr>
              <a:buSzPts val="1400"/>
              <a:buChar char="●"/>
              <a:defRPr/>
            </a:lvl7pPr>
            <a:lvl8pPr lvl="7" algn="ctr">
              <a:spcBef>
                <a:spcPts val="0"/>
              </a:spcBef>
              <a:spcAft>
                <a:spcPts val="0"/>
              </a:spcAft>
              <a:buClr>
                <a:schemeClr val="dk1"/>
              </a:buClr>
              <a:buSzPts val="1400"/>
              <a:buChar char="○"/>
              <a:defRPr/>
            </a:lvl8pPr>
            <a:lvl9pPr lvl="8" algn="ctr">
              <a:spcBef>
                <a:spcPts val="0"/>
              </a:spcBef>
              <a:spcAft>
                <a:spcPts val="0"/>
              </a:spcAft>
              <a:buClr>
                <a:schemeClr val="dk1"/>
              </a:buClr>
              <a:buSzPts val="14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929" name="Shape 929"/>
        <p:cNvGrpSpPr/>
        <p:nvPr/>
      </p:nvGrpSpPr>
      <p:grpSpPr>
        <a:xfrm>
          <a:off x="0" y="0"/>
          <a:ext cx="0" cy="0"/>
          <a:chOff x="0" y="0"/>
          <a:chExt cx="0" cy="0"/>
        </a:xfrm>
      </p:grpSpPr>
      <p:sp>
        <p:nvSpPr>
          <p:cNvPr id="930" name="Google Shape;930;p112"/>
          <p:cNvSpPr txBox="1"/>
          <p:nvPr>
            <p:ph type="subTitle" idx="1"/>
          </p:nvPr>
        </p:nvSpPr>
        <p:spPr>
          <a:xfrm>
            <a:off x="4816075" y="3616375"/>
            <a:ext cx="2942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931" name="Google Shape;931;p112"/>
          <p:cNvSpPr txBox="1"/>
          <p:nvPr>
            <p:ph type="subTitle" idx="2"/>
          </p:nvPr>
        </p:nvSpPr>
        <p:spPr>
          <a:xfrm>
            <a:off x="4816200" y="3956375"/>
            <a:ext cx="2941800" cy="652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2" name="Google Shape;932;p112"/>
          <p:cNvSpPr txBox="1"/>
          <p:nvPr>
            <p:ph type="subTitle" idx="3"/>
          </p:nvPr>
        </p:nvSpPr>
        <p:spPr>
          <a:xfrm>
            <a:off x="1385829" y="3616375"/>
            <a:ext cx="2942100" cy="3570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933" name="Google Shape;933;p112"/>
          <p:cNvSpPr txBox="1"/>
          <p:nvPr>
            <p:ph type="subTitle" idx="4"/>
          </p:nvPr>
        </p:nvSpPr>
        <p:spPr>
          <a:xfrm>
            <a:off x="1386025" y="3956375"/>
            <a:ext cx="2941800" cy="652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b="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4" name="Google Shape;934;p112"/>
          <p:cNvSpPr txBox="1"/>
          <p:nvPr>
            <p:ph type="title"/>
          </p:nvPr>
        </p:nvSpPr>
        <p:spPr>
          <a:xfrm>
            <a:off x="713225" y="445025"/>
            <a:ext cx="27291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Merriweather Light"/>
                <a:ea typeface="Merriweather Light"/>
                <a:cs typeface="Merriweather Light"/>
                <a:sym typeface="Merriweather Light"/>
              </a:defRPr>
            </a:lvl2pPr>
            <a:lvl3pPr lvl="2">
              <a:spcBef>
                <a:spcPts val="0"/>
              </a:spcBef>
              <a:spcAft>
                <a:spcPts val="0"/>
              </a:spcAft>
              <a:buSzPts val="3000"/>
              <a:buNone/>
              <a:defRPr>
                <a:latin typeface="Merriweather Light"/>
                <a:ea typeface="Merriweather Light"/>
                <a:cs typeface="Merriweather Light"/>
                <a:sym typeface="Merriweather Light"/>
              </a:defRPr>
            </a:lvl3pPr>
            <a:lvl4pPr lvl="3">
              <a:spcBef>
                <a:spcPts val="0"/>
              </a:spcBef>
              <a:spcAft>
                <a:spcPts val="0"/>
              </a:spcAft>
              <a:buSzPts val="3000"/>
              <a:buNone/>
              <a:defRPr>
                <a:latin typeface="Merriweather Light"/>
                <a:ea typeface="Merriweather Light"/>
                <a:cs typeface="Merriweather Light"/>
                <a:sym typeface="Merriweather Light"/>
              </a:defRPr>
            </a:lvl4pPr>
            <a:lvl5pPr lvl="4">
              <a:spcBef>
                <a:spcPts val="0"/>
              </a:spcBef>
              <a:spcAft>
                <a:spcPts val="0"/>
              </a:spcAft>
              <a:buSzPts val="3000"/>
              <a:buNone/>
              <a:defRPr>
                <a:latin typeface="Merriweather Light"/>
                <a:ea typeface="Merriweather Light"/>
                <a:cs typeface="Merriweather Light"/>
                <a:sym typeface="Merriweather Light"/>
              </a:defRPr>
            </a:lvl5pPr>
            <a:lvl6pPr lvl="5">
              <a:spcBef>
                <a:spcPts val="0"/>
              </a:spcBef>
              <a:spcAft>
                <a:spcPts val="0"/>
              </a:spcAft>
              <a:buSzPts val="3000"/>
              <a:buNone/>
              <a:defRPr>
                <a:latin typeface="Merriweather Light"/>
                <a:ea typeface="Merriweather Light"/>
                <a:cs typeface="Merriweather Light"/>
                <a:sym typeface="Merriweather Light"/>
              </a:defRPr>
            </a:lvl6pPr>
            <a:lvl7pPr lvl="6">
              <a:spcBef>
                <a:spcPts val="0"/>
              </a:spcBef>
              <a:spcAft>
                <a:spcPts val="0"/>
              </a:spcAft>
              <a:buSzPts val="3000"/>
              <a:buNone/>
              <a:defRPr>
                <a:latin typeface="Merriweather Light"/>
                <a:ea typeface="Merriweather Light"/>
                <a:cs typeface="Merriweather Light"/>
                <a:sym typeface="Merriweather Light"/>
              </a:defRPr>
            </a:lvl7pPr>
            <a:lvl8pPr lvl="7">
              <a:spcBef>
                <a:spcPts val="0"/>
              </a:spcBef>
              <a:spcAft>
                <a:spcPts val="0"/>
              </a:spcAft>
              <a:buSzPts val="3000"/>
              <a:buNone/>
              <a:defRPr>
                <a:latin typeface="Merriweather Light"/>
                <a:ea typeface="Merriweather Light"/>
                <a:cs typeface="Merriweather Light"/>
                <a:sym typeface="Merriweather Light"/>
              </a:defRPr>
            </a:lvl8pPr>
            <a:lvl9pPr lvl="8">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935" name="Google Shape;935;p11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6" name="Google Shape;936;p11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937" name="Shape 937"/>
        <p:cNvGrpSpPr/>
        <p:nvPr/>
      </p:nvGrpSpPr>
      <p:grpSpPr>
        <a:xfrm>
          <a:off x="0" y="0"/>
          <a:ext cx="0" cy="0"/>
          <a:chOff x="0" y="0"/>
          <a:chExt cx="0" cy="0"/>
        </a:xfrm>
      </p:grpSpPr>
      <p:sp>
        <p:nvSpPr>
          <p:cNvPr id="938" name="Google Shape;938;p113"/>
          <p:cNvSpPr txBox="1"/>
          <p:nvPr>
            <p:ph type="title"/>
          </p:nvPr>
        </p:nvSpPr>
        <p:spPr>
          <a:xfrm>
            <a:off x="1244250" y="445025"/>
            <a:ext cx="66555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ctr">
              <a:spcBef>
                <a:spcPts val="0"/>
              </a:spcBef>
              <a:spcAft>
                <a:spcPts val="0"/>
              </a:spcAft>
              <a:buSzPts val="3000"/>
              <a:buNone/>
              <a:defRPr>
                <a:latin typeface="Merriweather Light"/>
                <a:ea typeface="Merriweather Light"/>
                <a:cs typeface="Merriweather Light"/>
                <a:sym typeface="Merriweather Light"/>
              </a:defRPr>
            </a:lvl2pPr>
            <a:lvl3pPr lvl="2" algn="ctr">
              <a:spcBef>
                <a:spcPts val="0"/>
              </a:spcBef>
              <a:spcAft>
                <a:spcPts val="0"/>
              </a:spcAft>
              <a:buSzPts val="3000"/>
              <a:buNone/>
              <a:defRPr>
                <a:latin typeface="Merriweather Light"/>
                <a:ea typeface="Merriweather Light"/>
                <a:cs typeface="Merriweather Light"/>
                <a:sym typeface="Merriweather Light"/>
              </a:defRPr>
            </a:lvl3pPr>
            <a:lvl4pPr lvl="3" algn="ctr">
              <a:spcBef>
                <a:spcPts val="0"/>
              </a:spcBef>
              <a:spcAft>
                <a:spcPts val="0"/>
              </a:spcAft>
              <a:buSzPts val="3000"/>
              <a:buNone/>
              <a:defRPr>
                <a:latin typeface="Merriweather Light"/>
                <a:ea typeface="Merriweather Light"/>
                <a:cs typeface="Merriweather Light"/>
                <a:sym typeface="Merriweather Light"/>
              </a:defRPr>
            </a:lvl4pPr>
            <a:lvl5pPr lvl="4" algn="ctr">
              <a:spcBef>
                <a:spcPts val="0"/>
              </a:spcBef>
              <a:spcAft>
                <a:spcPts val="0"/>
              </a:spcAft>
              <a:buSzPts val="3000"/>
              <a:buNone/>
              <a:defRPr>
                <a:latin typeface="Merriweather Light"/>
                <a:ea typeface="Merriweather Light"/>
                <a:cs typeface="Merriweather Light"/>
                <a:sym typeface="Merriweather Light"/>
              </a:defRPr>
            </a:lvl5pPr>
            <a:lvl6pPr lvl="5" algn="ctr">
              <a:spcBef>
                <a:spcPts val="0"/>
              </a:spcBef>
              <a:spcAft>
                <a:spcPts val="0"/>
              </a:spcAft>
              <a:buSzPts val="3000"/>
              <a:buNone/>
              <a:defRPr>
                <a:latin typeface="Merriweather Light"/>
                <a:ea typeface="Merriweather Light"/>
                <a:cs typeface="Merriweather Light"/>
                <a:sym typeface="Merriweather Light"/>
              </a:defRPr>
            </a:lvl6pPr>
            <a:lvl7pPr lvl="6" algn="ctr">
              <a:spcBef>
                <a:spcPts val="0"/>
              </a:spcBef>
              <a:spcAft>
                <a:spcPts val="0"/>
              </a:spcAft>
              <a:buSzPts val="3000"/>
              <a:buNone/>
              <a:defRPr>
                <a:latin typeface="Merriweather Light"/>
                <a:ea typeface="Merriweather Light"/>
                <a:cs typeface="Merriweather Light"/>
                <a:sym typeface="Merriweather Light"/>
              </a:defRPr>
            </a:lvl7pPr>
            <a:lvl8pPr lvl="7" algn="ctr">
              <a:spcBef>
                <a:spcPts val="0"/>
              </a:spcBef>
              <a:spcAft>
                <a:spcPts val="0"/>
              </a:spcAft>
              <a:buSzPts val="3000"/>
              <a:buNone/>
              <a:defRPr>
                <a:latin typeface="Merriweather Light"/>
                <a:ea typeface="Merriweather Light"/>
                <a:cs typeface="Merriweather Light"/>
                <a:sym typeface="Merriweather Light"/>
              </a:defRPr>
            </a:lvl8pPr>
            <a:lvl9pPr lvl="8"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939" name="Google Shape;939;p113"/>
          <p:cNvSpPr txBox="1"/>
          <p:nvPr>
            <p:ph type="subTitle" idx="1"/>
          </p:nvPr>
        </p:nvSpPr>
        <p:spPr>
          <a:xfrm>
            <a:off x="3509000"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940" name="Google Shape;940;p113"/>
          <p:cNvSpPr txBox="1"/>
          <p:nvPr>
            <p:ph type="subTitle" idx="2"/>
          </p:nvPr>
        </p:nvSpPr>
        <p:spPr>
          <a:xfrm>
            <a:off x="3509025" y="3814950"/>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1" name="Google Shape;941;p113"/>
          <p:cNvSpPr txBox="1"/>
          <p:nvPr>
            <p:ph type="subTitle" idx="3"/>
          </p:nvPr>
        </p:nvSpPr>
        <p:spPr>
          <a:xfrm>
            <a:off x="95302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942" name="Google Shape;942;p113"/>
          <p:cNvSpPr txBox="1"/>
          <p:nvPr>
            <p:ph type="subTitle" idx="4"/>
          </p:nvPr>
        </p:nvSpPr>
        <p:spPr>
          <a:xfrm>
            <a:off x="953125" y="3814951"/>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3" name="Google Shape;943;p113"/>
          <p:cNvSpPr txBox="1"/>
          <p:nvPr>
            <p:ph type="subTitle" idx="5"/>
          </p:nvPr>
        </p:nvSpPr>
        <p:spPr>
          <a:xfrm>
            <a:off x="6064875" y="3398751"/>
            <a:ext cx="2126100" cy="444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944" name="Google Shape;944;p113"/>
          <p:cNvSpPr txBox="1"/>
          <p:nvPr>
            <p:ph type="subTitle" idx="6"/>
          </p:nvPr>
        </p:nvSpPr>
        <p:spPr>
          <a:xfrm>
            <a:off x="6064875" y="3814950"/>
            <a:ext cx="2126100" cy="886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cxnSp>
        <p:nvCxnSpPr>
          <p:cNvPr id="945" name="Google Shape;945;p11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46" name="Google Shape;946;p11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47" name="Google Shape;947;p113"/>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48" name="Google Shape;948;p113"/>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949" name="Shape 949"/>
        <p:cNvGrpSpPr/>
        <p:nvPr/>
      </p:nvGrpSpPr>
      <p:grpSpPr>
        <a:xfrm>
          <a:off x="0" y="0"/>
          <a:ext cx="0" cy="0"/>
          <a:chOff x="0" y="0"/>
          <a:chExt cx="0" cy="0"/>
        </a:xfrm>
      </p:grpSpPr>
      <p:sp>
        <p:nvSpPr>
          <p:cNvPr id="950" name="Google Shape;950;p114"/>
          <p:cNvSpPr txBox="1"/>
          <p:nvPr>
            <p:ph type="title"/>
          </p:nvPr>
        </p:nvSpPr>
        <p:spPr>
          <a:xfrm>
            <a:off x="2832900" y="791200"/>
            <a:ext cx="3478200" cy="922800"/>
          </a:xfrm>
          <a:prstGeom prst="rect">
            <a:avLst/>
          </a:prstGeom>
        </p:spPr>
        <p:txBody>
          <a:bodyPr spcFirstLastPara="1" wrap="square" lIns="91425" tIns="91425" rIns="91425" bIns="91425" anchor="ctr" anchorCtr="0">
            <a:noAutofit/>
          </a:bodyPr>
          <a:lstStyle>
            <a:lvl1pPr lvl="0" algn="ctr">
              <a:spcBef>
                <a:spcPts val="0"/>
              </a:spcBef>
              <a:spcAft>
                <a:spcPts val="0"/>
              </a:spcAft>
              <a:buSzPts val="5300"/>
              <a:buNone/>
              <a:defRPr sz="7000"/>
            </a:lvl1pPr>
            <a:lvl2pPr lvl="1" algn="ctr">
              <a:spcBef>
                <a:spcPts val="0"/>
              </a:spcBef>
              <a:spcAft>
                <a:spcPts val="0"/>
              </a:spcAft>
              <a:buSzPts val="3000"/>
              <a:buNone/>
              <a:defRPr>
                <a:latin typeface="Open Sans"/>
                <a:ea typeface="Open Sans"/>
                <a:cs typeface="Open Sans"/>
                <a:sym typeface="Open Sans"/>
              </a:defRPr>
            </a:lvl2pPr>
            <a:lvl3pPr lvl="2" algn="ctr">
              <a:spcBef>
                <a:spcPts val="0"/>
              </a:spcBef>
              <a:spcAft>
                <a:spcPts val="0"/>
              </a:spcAft>
              <a:buSzPts val="3000"/>
              <a:buNone/>
              <a:defRPr>
                <a:latin typeface="Open Sans"/>
                <a:ea typeface="Open Sans"/>
                <a:cs typeface="Open Sans"/>
                <a:sym typeface="Open Sans"/>
              </a:defRPr>
            </a:lvl3pPr>
            <a:lvl4pPr lvl="3" algn="ctr">
              <a:spcBef>
                <a:spcPts val="0"/>
              </a:spcBef>
              <a:spcAft>
                <a:spcPts val="0"/>
              </a:spcAft>
              <a:buSzPts val="3000"/>
              <a:buNone/>
              <a:defRPr>
                <a:latin typeface="Open Sans"/>
                <a:ea typeface="Open Sans"/>
                <a:cs typeface="Open Sans"/>
                <a:sym typeface="Open Sans"/>
              </a:defRPr>
            </a:lvl4pPr>
            <a:lvl5pPr lvl="4" algn="ctr">
              <a:spcBef>
                <a:spcPts val="0"/>
              </a:spcBef>
              <a:spcAft>
                <a:spcPts val="0"/>
              </a:spcAft>
              <a:buSzPts val="3000"/>
              <a:buNone/>
              <a:defRPr>
                <a:latin typeface="Open Sans"/>
                <a:ea typeface="Open Sans"/>
                <a:cs typeface="Open Sans"/>
                <a:sym typeface="Open Sans"/>
              </a:defRPr>
            </a:lvl5pPr>
            <a:lvl6pPr lvl="5" algn="ctr">
              <a:spcBef>
                <a:spcPts val="0"/>
              </a:spcBef>
              <a:spcAft>
                <a:spcPts val="0"/>
              </a:spcAft>
              <a:buSzPts val="3000"/>
              <a:buNone/>
              <a:defRPr>
                <a:latin typeface="Open Sans"/>
                <a:ea typeface="Open Sans"/>
                <a:cs typeface="Open Sans"/>
                <a:sym typeface="Open Sans"/>
              </a:defRPr>
            </a:lvl6pPr>
            <a:lvl7pPr lvl="6" algn="ctr">
              <a:spcBef>
                <a:spcPts val="0"/>
              </a:spcBef>
              <a:spcAft>
                <a:spcPts val="0"/>
              </a:spcAft>
              <a:buSzPts val="3000"/>
              <a:buNone/>
              <a:defRPr>
                <a:latin typeface="Open Sans"/>
                <a:ea typeface="Open Sans"/>
                <a:cs typeface="Open Sans"/>
                <a:sym typeface="Open Sans"/>
              </a:defRPr>
            </a:lvl7pPr>
            <a:lvl8pPr lvl="7" algn="ctr">
              <a:spcBef>
                <a:spcPts val="0"/>
              </a:spcBef>
              <a:spcAft>
                <a:spcPts val="0"/>
              </a:spcAft>
              <a:buSzPts val="3000"/>
              <a:buNone/>
              <a:defRPr>
                <a:latin typeface="Open Sans"/>
                <a:ea typeface="Open Sans"/>
                <a:cs typeface="Open Sans"/>
                <a:sym typeface="Open Sans"/>
              </a:defRPr>
            </a:lvl8pPr>
            <a:lvl9pPr lvl="8" algn="ctr">
              <a:spcBef>
                <a:spcPts val="0"/>
              </a:spcBef>
              <a:spcAft>
                <a:spcPts val="0"/>
              </a:spcAft>
              <a:buSzPts val="3000"/>
              <a:buNone/>
              <a:defRPr>
                <a:latin typeface="Open Sans"/>
                <a:ea typeface="Open Sans"/>
                <a:cs typeface="Open Sans"/>
                <a:sym typeface="Open Sans"/>
              </a:defRPr>
            </a:lvl9pPr>
          </a:lstStyle>
          <a:p/>
        </p:txBody>
      </p:sp>
      <p:sp>
        <p:nvSpPr>
          <p:cNvPr id="951" name="Google Shape;951;p114"/>
          <p:cNvSpPr txBox="1"/>
          <p:nvPr>
            <p:ph type="subTitle" idx="1"/>
          </p:nvPr>
        </p:nvSpPr>
        <p:spPr>
          <a:xfrm>
            <a:off x="2983350" y="1749425"/>
            <a:ext cx="3177300" cy="922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2" name="Google Shape;952;p114"/>
          <p:cNvSpPr txBox="1"/>
          <p:nvPr/>
        </p:nvSpPr>
        <p:spPr>
          <a:xfrm>
            <a:off x="2900450" y="3438275"/>
            <a:ext cx="3343200" cy="716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1100" b="1">
                <a:solidFill>
                  <a:schemeClr val="dk2"/>
                </a:solidFill>
                <a:latin typeface="Montserrat"/>
                <a:ea typeface="Montserrat"/>
                <a:cs typeface="Montserrat"/>
                <a:sym typeface="Montserrat"/>
              </a:rPr>
              <a:t>CREDITS</a:t>
            </a:r>
            <a:r>
              <a:rPr lang="en-GB" sz="1100">
                <a:solidFill>
                  <a:schemeClr val="dk2"/>
                </a:solidFill>
                <a:latin typeface="Montserrat"/>
                <a:ea typeface="Montserrat"/>
                <a:cs typeface="Montserrat"/>
                <a:sym typeface="Montserrat"/>
              </a:rPr>
              <a:t>: This presentation template was created by </a:t>
            </a:r>
            <a:r>
              <a:rPr lang="en-GB" sz="1100" b="1">
                <a:solidFill>
                  <a:schemeClr val="dk2"/>
                </a:solidFill>
                <a:uFill>
                  <a:noFill/>
                </a:uFill>
                <a:latin typeface="Montserrat"/>
                <a:ea typeface="Montserrat"/>
                <a:cs typeface="Montserrat"/>
                <a:sym typeface="Montserrat"/>
                <a:hlinkClick r:id="rId2"/>
              </a:rPr>
              <a:t>Slidesgo</a:t>
            </a:r>
            <a:r>
              <a:rPr lang="en-GB" sz="1100">
                <a:solidFill>
                  <a:schemeClr val="dk2"/>
                </a:solidFill>
                <a:latin typeface="Montserrat"/>
                <a:ea typeface="Montserrat"/>
                <a:cs typeface="Montserrat"/>
                <a:sym typeface="Montserrat"/>
              </a:rPr>
              <a:t>, including icons by </a:t>
            </a:r>
            <a:r>
              <a:rPr lang="en-GB" sz="1100" b="1">
                <a:solidFill>
                  <a:schemeClr val="dk2"/>
                </a:solidFill>
                <a:uFill>
                  <a:noFill/>
                </a:uFill>
                <a:latin typeface="Montserrat"/>
                <a:ea typeface="Montserrat"/>
                <a:cs typeface="Montserrat"/>
                <a:sym typeface="Montserrat"/>
                <a:hlinkClick r:id="rId3"/>
              </a:rPr>
              <a:t>Flaticon</a:t>
            </a:r>
            <a:r>
              <a:rPr lang="en-GB" sz="1100">
                <a:solidFill>
                  <a:schemeClr val="dk2"/>
                </a:solidFill>
                <a:latin typeface="Montserrat"/>
                <a:ea typeface="Montserrat"/>
                <a:cs typeface="Montserrat"/>
                <a:sym typeface="Montserrat"/>
              </a:rPr>
              <a:t>, infographics &amp; images by </a:t>
            </a:r>
            <a:r>
              <a:rPr lang="en-GB" sz="1100" b="1">
                <a:solidFill>
                  <a:schemeClr val="dk2"/>
                </a:solidFill>
                <a:uFill>
                  <a:noFill/>
                </a:uFill>
                <a:latin typeface="Montserrat"/>
                <a:ea typeface="Montserrat"/>
                <a:cs typeface="Montserrat"/>
                <a:sym typeface="Montserrat"/>
                <a:hlinkClick r:id="rId4"/>
              </a:rPr>
              <a:t>Freepik</a:t>
            </a:r>
            <a:endParaRPr sz="1100" b="1">
              <a:solidFill>
                <a:schemeClr val="dk2"/>
              </a:solidFill>
              <a:latin typeface="Montserrat"/>
              <a:ea typeface="Montserrat"/>
              <a:cs typeface="Montserrat"/>
              <a:sym typeface="Montserrat"/>
            </a:endParaRPr>
          </a:p>
        </p:txBody>
      </p:sp>
      <p:cxnSp>
        <p:nvCxnSpPr>
          <p:cNvPr id="953" name="Google Shape;953;p1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54" name="Google Shape;954;p114"/>
          <p:cNvCxnSpPr/>
          <p:nvPr/>
        </p:nvCxnSpPr>
        <p:spPr>
          <a:xfrm>
            <a:off x="-257975"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55" name="Google Shape;955;p1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56" name="Google Shape;956;p114"/>
          <p:cNvCxnSpPr/>
          <p:nvPr/>
        </p:nvCxnSpPr>
        <p:spPr>
          <a:xfrm>
            <a:off x="6467450"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957" name="Shape 957"/>
        <p:cNvGrpSpPr/>
        <p:nvPr/>
      </p:nvGrpSpPr>
      <p:grpSpPr>
        <a:xfrm>
          <a:off x="0" y="0"/>
          <a:ext cx="0" cy="0"/>
          <a:chOff x="0" y="0"/>
          <a:chExt cx="0" cy="0"/>
        </a:xfrm>
      </p:grpSpPr>
      <p:cxnSp>
        <p:nvCxnSpPr>
          <p:cNvPr id="958" name="Google Shape;958;p115"/>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59" name="Google Shape;959;p115"/>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960" name="Shape 960"/>
        <p:cNvGrpSpPr/>
        <p:nvPr/>
      </p:nvGrpSpPr>
      <p:grpSpPr>
        <a:xfrm>
          <a:off x="0" y="0"/>
          <a:ext cx="0" cy="0"/>
          <a:chOff x="0" y="0"/>
          <a:chExt cx="0" cy="0"/>
        </a:xfrm>
      </p:grpSpPr>
      <p:cxnSp>
        <p:nvCxnSpPr>
          <p:cNvPr id="961" name="Google Shape;961;p116"/>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62" name="Google Shape;962;p116"/>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63" name="Google Shape;963;p116"/>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64" name="Google Shape;964;p116"/>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965" name="Shape 965"/>
        <p:cNvGrpSpPr/>
        <p:nvPr/>
      </p:nvGrpSpPr>
      <p:grpSpPr>
        <a:xfrm>
          <a:off x="0" y="0"/>
          <a:ext cx="0" cy="0"/>
          <a:chOff x="0" y="0"/>
          <a:chExt cx="0" cy="0"/>
        </a:xfrm>
      </p:grpSpPr>
      <p:cxnSp>
        <p:nvCxnSpPr>
          <p:cNvPr id="966" name="Google Shape;966;p117"/>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67" name="Google Shape;967;p117"/>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68" name="Google Shape;968;p117"/>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969" name="Shape 969"/>
        <p:cNvGrpSpPr/>
        <p:nvPr/>
      </p:nvGrpSpPr>
      <p:grpSpPr>
        <a:xfrm>
          <a:off x="0" y="0"/>
          <a:ext cx="0" cy="0"/>
          <a:chOff x="0" y="0"/>
          <a:chExt cx="0" cy="0"/>
        </a:xfrm>
      </p:grpSpPr>
      <p:cxnSp>
        <p:nvCxnSpPr>
          <p:cNvPr id="970" name="Google Shape;970;p118"/>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71" name="Google Shape;971;p118"/>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72" name="Google Shape;972;p118"/>
          <p:cNvCxnSpPr/>
          <p:nvPr/>
        </p:nvCxnSpPr>
        <p:spPr>
          <a:xfrm>
            <a:off x="-250225" y="4076450"/>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73" name="Google Shape;973;p118"/>
          <p:cNvCxnSpPr/>
          <p:nvPr/>
        </p:nvCxnSpPr>
        <p:spPr>
          <a:xfrm>
            <a:off x="7441150" y="-48375"/>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74" name="Google Shape;974;p118"/>
          <p:cNvCxnSpPr/>
          <p:nvPr/>
        </p:nvCxnSpPr>
        <p:spPr>
          <a:xfrm flipH="1">
            <a:off x="7454238" y="4053663"/>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975" name="Google Shape;975;p118"/>
          <p:cNvCxnSpPr/>
          <p:nvPr/>
        </p:nvCxnSpPr>
        <p:spPr>
          <a:xfrm flipH="1">
            <a:off x="-237137" y="-71162"/>
            <a:ext cx="1926900" cy="11610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3" Type="http://schemas.openxmlformats.org/officeDocument/2006/relationships/theme" Target="../theme/theme2.xml"/><Relationship Id="rId52" Type="http://schemas.openxmlformats.org/officeDocument/2006/relationships/slideLayout" Target="../slideLayouts/slideLayout63.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 Type="http://schemas.openxmlformats.org/officeDocument/2006/relationships/slideLayout" Target="../slideLayouts/slideLayout16.xml"/><Relationship Id="rId49" Type="http://schemas.openxmlformats.org/officeDocument/2006/relationships/slideLayout" Target="../slideLayouts/slideLayout6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0" Type="http://schemas.openxmlformats.org/officeDocument/2006/relationships/slideLayout" Target="../slideLayouts/slideLayout51.xml"/><Relationship Id="rId4" Type="http://schemas.openxmlformats.org/officeDocument/2006/relationships/slideLayout" Target="../slideLayouts/slideLayout15.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 Type="http://schemas.openxmlformats.org/officeDocument/2006/relationships/slideLayout" Target="../slideLayouts/slideLayout14.xml"/><Relationship Id="rId29" Type="http://schemas.openxmlformats.org/officeDocument/2006/relationships/slideLayout" Target="../slideLayouts/slideLayout4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72.xml"/><Relationship Id="rId8" Type="http://schemas.openxmlformats.org/officeDocument/2006/relationships/slideLayout" Target="../slideLayouts/slideLayout71.xml"/><Relationship Id="rId7" Type="http://schemas.openxmlformats.org/officeDocument/2006/relationships/slideLayout" Target="../slideLayouts/slideLayout70.xml"/><Relationship Id="rId6" Type="http://schemas.openxmlformats.org/officeDocument/2006/relationships/slideLayout" Target="../slideLayouts/slideLayout69.xml"/><Relationship Id="rId53" Type="http://schemas.openxmlformats.org/officeDocument/2006/relationships/theme" Target="../theme/theme3.xml"/><Relationship Id="rId52" Type="http://schemas.openxmlformats.org/officeDocument/2006/relationships/slideLayout" Target="../slideLayouts/slideLayout115.xml"/><Relationship Id="rId51" Type="http://schemas.openxmlformats.org/officeDocument/2006/relationships/slideLayout" Target="../slideLayouts/slideLayout114.xml"/><Relationship Id="rId50" Type="http://schemas.openxmlformats.org/officeDocument/2006/relationships/slideLayout" Target="../slideLayouts/slideLayout113.xml"/><Relationship Id="rId5" Type="http://schemas.openxmlformats.org/officeDocument/2006/relationships/slideLayout" Target="../slideLayouts/slideLayout68.xml"/><Relationship Id="rId49" Type="http://schemas.openxmlformats.org/officeDocument/2006/relationships/slideLayout" Target="../slideLayouts/slideLayout112.xml"/><Relationship Id="rId48" Type="http://schemas.openxmlformats.org/officeDocument/2006/relationships/slideLayout" Target="../slideLayouts/slideLayout111.xml"/><Relationship Id="rId47" Type="http://schemas.openxmlformats.org/officeDocument/2006/relationships/slideLayout" Target="../slideLayouts/slideLayout110.xml"/><Relationship Id="rId46" Type="http://schemas.openxmlformats.org/officeDocument/2006/relationships/slideLayout" Target="../slideLayouts/slideLayout109.xml"/><Relationship Id="rId45" Type="http://schemas.openxmlformats.org/officeDocument/2006/relationships/slideLayout" Target="../slideLayouts/slideLayout108.xml"/><Relationship Id="rId44" Type="http://schemas.openxmlformats.org/officeDocument/2006/relationships/slideLayout" Target="../slideLayouts/slideLayout107.xml"/><Relationship Id="rId43" Type="http://schemas.openxmlformats.org/officeDocument/2006/relationships/slideLayout" Target="../slideLayouts/slideLayout106.xml"/><Relationship Id="rId42" Type="http://schemas.openxmlformats.org/officeDocument/2006/relationships/slideLayout" Target="../slideLayouts/slideLayout105.xml"/><Relationship Id="rId41" Type="http://schemas.openxmlformats.org/officeDocument/2006/relationships/slideLayout" Target="../slideLayouts/slideLayout104.xml"/><Relationship Id="rId40" Type="http://schemas.openxmlformats.org/officeDocument/2006/relationships/slideLayout" Target="../slideLayouts/slideLayout103.xml"/><Relationship Id="rId4" Type="http://schemas.openxmlformats.org/officeDocument/2006/relationships/slideLayout" Target="../slideLayouts/slideLayout67.xml"/><Relationship Id="rId39" Type="http://schemas.openxmlformats.org/officeDocument/2006/relationships/slideLayout" Target="../slideLayouts/slideLayout102.xml"/><Relationship Id="rId38" Type="http://schemas.openxmlformats.org/officeDocument/2006/relationships/slideLayout" Target="../slideLayouts/slideLayout101.xml"/><Relationship Id="rId37" Type="http://schemas.openxmlformats.org/officeDocument/2006/relationships/slideLayout" Target="../slideLayouts/slideLayout100.xml"/><Relationship Id="rId36" Type="http://schemas.openxmlformats.org/officeDocument/2006/relationships/slideLayout" Target="../slideLayouts/slideLayout99.xml"/><Relationship Id="rId35" Type="http://schemas.openxmlformats.org/officeDocument/2006/relationships/slideLayout" Target="../slideLayouts/slideLayout98.xml"/><Relationship Id="rId34" Type="http://schemas.openxmlformats.org/officeDocument/2006/relationships/slideLayout" Target="../slideLayouts/slideLayout97.xml"/><Relationship Id="rId33" Type="http://schemas.openxmlformats.org/officeDocument/2006/relationships/slideLayout" Target="../slideLayouts/slideLayout96.xml"/><Relationship Id="rId32" Type="http://schemas.openxmlformats.org/officeDocument/2006/relationships/slideLayout" Target="../slideLayouts/slideLayout95.xml"/><Relationship Id="rId31" Type="http://schemas.openxmlformats.org/officeDocument/2006/relationships/slideLayout" Target="../slideLayouts/slideLayout94.xml"/><Relationship Id="rId30" Type="http://schemas.openxmlformats.org/officeDocument/2006/relationships/slideLayout" Target="../slideLayouts/slideLayout93.xml"/><Relationship Id="rId3" Type="http://schemas.openxmlformats.org/officeDocument/2006/relationships/slideLayout" Target="../slideLayouts/slideLayout66.xml"/><Relationship Id="rId29" Type="http://schemas.openxmlformats.org/officeDocument/2006/relationships/slideLayout" Target="../slideLayouts/slideLayout92.xml"/><Relationship Id="rId28" Type="http://schemas.openxmlformats.org/officeDocument/2006/relationships/slideLayout" Target="../slideLayouts/slideLayout91.xml"/><Relationship Id="rId27" Type="http://schemas.openxmlformats.org/officeDocument/2006/relationships/slideLayout" Target="../slideLayouts/slideLayout90.xml"/><Relationship Id="rId26" Type="http://schemas.openxmlformats.org/officeDocument/2006/relationships/slideLayout" Target="../slideLayouts/slideLayout89.xml"/><Relationship Id="rId25" Type="http://schemas.openxmlformats.org/officeDocument/2006/relationships/slideLayout" Target="../slideLayouts/slideLayout88.xml"/><Relationship Id="rId24" Type="http://schemas.openxmlformats.org/officeDocument/2006/relationships/slideLayout" Target="../slideLayouts/slideLayout87.xml"/><Relationship Id="rId23" Type="http://schemas.openxmlformats.org/officeDocument/2006/relationships/slideLayout" Target="../slideLayouts/slideLayout86.xml"/><Relationship Id="rId22" Type="http://schemas.openxmlformats.org/officeDocument/2006/relationships/slideLayout" Target="../slideLayouts/slideLayout85.xml"/><Relationship Id="rId21" Type="http://schemas.openxmlformats.org/officeDocument/2006/relationships/slideLayout" Target="../slideLayouts/slideLayout84.xml"/><Relationship Id="rId20" Type="http://schemas.openxmlformats.org/officeDocument/2006/relationships/slideLayout" Target="../slideLayouts/slideLayout83.xml"/><Relationship Id="rId2" Type="http://schemas.openxmlformats.org/officeDocument/2006/relationships/slideLayout" Target="../slideLayouts/slideLayout65.xml"/><Relationship Id="rId19" Type="http://schemas.openxmlformats.org/officeDocument/2006/relationships/slideLayout" Target="../slideLayouts/slideLayout82.xml"/><Relationship Id="rId18" Type="http://schemas.openxmlformats.org/officeDocument/2006/relationships/slideLayout" Target="../slideLayouts/slideLayout81.xml"/><Relationship Id="rId17" Type="http://schemas.openxmlformats.org/officeDocument/2006/relationships/slideLayout" Target="../slideLayouts/slideLayout80.xml"/><Relationship Id="rId16" Type="http://schemas.openxmlformats.org/officeDocument/2006/relationships/slideLayout" Target="../slideLayouts/slideLayout79.xml"/><Relationship Id="rId15" Type="http://schemas.openxmlformats.org/officeDocument/2006/relationships/slideLayout" Target="../slideLayouts/slideLayout78.xml"/><Relationship Id="rId14" Type="http://schemas.openxmlformats.org/officeDocument/2006/relationships/slideLayout" Target="../slideLayouts/slideLayout77.xml"/><Relationship Id="rId13" Type="http://schemas.openxmlformats.org/officeDocument/2006/relationships/slideLayout" Target="../slideLayouts/slideLayout76.xml"/><Relationship Id="rId12" Type="http://schemas.openxmlformats.org/officeDocument/2006/relationships/slideLayout" Target="../slideLayouts/slideLayout75.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p:txBody>
      </p:sp>
      <p:sp>
        <p:nvSpPr>
          <p:cNvPr id="52" name="Google Shape;52;p13"/>
          <p:cNvSpPr txBox="1"/>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13" name="Shape 513"/>
        <p:cNvGrpSpPr/>
        <p:nvPr/>
      </p:nvGrpSpPr>
      <p:grpSpPr>
        <a:xfrm>
          <a:off x="0" y="0"/>
          <a:ext cx="0" cy="0"/>
          <a:chOff x="0" y="0"/>
          <a:chExt cx="0" cy="0"/>
        </a:xfrm>
      </p:grpSpPr>
      <p:sp>
        <p:nvSpPr>
          <p:cNvPr id="514" name="Google Shape;514;p66"/>
          <p:cNvSpPr txBox="1"/>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p:txBody>
      </p:sp>
      <p:sp>
        <p:nvSpPr>
          <p:cNvPr id="515" name="Google Shape;515;p66"/>
          <p:cNvSpPr txBox="1"/>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 id="2147483747" r:id="rId34"/>
    <p:sldLayoutId id="2147483748" r:id="rId35"/>
    <p:sldLayoutId id="2147483749" r:id="rId36"/>
    <p:sldLayoutId id="2147483750" r:id="rId37"/>
    <p:sldLayoutId id="2147483751" r:id="rId38"/>
    <p:sldLayoutId id="2147483752" r:id="rId39"/>
    <p:sldLayoutId id="2147483753" r:id="rId40"/>
    <p:sldLayoutId id="2147483754" r:id="rId41"/>
    <p:sldLayoutId id="2147483755" r:id="rId42"/>
    <p:sldLayoutId id="2147483756" r:id="rId43"/>
    <p:sldLayoutId id="2147483757" r:id="rId44"/>
    <p:sldLayoutId id="2147483758" r:id="rId45"/>
    <p:sldLayoutId id="2147483759" r:id="rId46"/>
    <p:sldLayoutId id="2147483760" r:id="rId47"/>
    <p:sldLayoutId id="2147483761" r:id="rId48"/>
    <p:sldLayoutId id="2147483762" r:id="rId49"/>
    <p:sldLayoutId id="2147483763" r:id="rId50"/>
    <p:sldLayoutId id="2147483764" r:id="rId51"/>
    <p:sldLayoutId id="2147483765" r:id="rId5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7.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7.xml"/><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7.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1.xml"/><Relationship Id="rId2" Type="http://schemas.openxmlformats.org/officeDocument/2006/relationships/image" Target="../media/image17.png"/><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1.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1.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79" name="Shape 979"/>
        <p:cNvGrpSpPr/>
        <p:nvPr/>
      </p:nvGrpSpPr>
      <p:grpSpPr>
        <a:xfrm>
          <a:off x="0" y="0"/>
          <a:ext cx="0" cy="0"/>
          <a:chOff x="0" y="0"/>
          <a:chExt cx="0" cy="0"/>
        </a:xfrm>
      </p:grpSpPr>
      <p:sp>
        <p:nvSpPr>
          <p:cNvPr id="980" name="Google Shape;980;p119"/>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Mainstay Life Services</a:t>
            </a:r>
            <a:endParaRPr lang="en-GB"/>
          </a:p>
        </p:txBody>
      </p:sp>
      <p:sp>
        <p:nvSpPr>
          <p:cNvPr id="981" name="Google Shape;981;p119"/>
          <p:cNvSpPr txBox="1"/>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panose="020B0604020202090204"/>
              <a:buNone/>
            </a:pPr>
            <a:r>
              <a:rPr lang="en-GB">
                <a:solidFill>
                  <a:schemeClr val="dk1"/>
                </a:solidFill>
              </a:rPr>
              <a:t>Emily Zhu, Helen Peng, Alva He, Sophia Mou, Derek Gao, Edward Brownhill</a:t>
            </a:r>
            <a:endParaRPr lang="en-GB">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85" name="Shape 985"/>
        <p:cNvGrpSpPr/>
        <p:nvPr/>
      </p:nvGrpSpPr>
      <p:grpSpPr>
        <a:xfrm>
          <a:off x="0" y="0"/>
          <a:ext cx="0" cy="0"/>
          <a:chOff x="0" y="0"/>
          <a:chExt cx="0" cy="0"/>
        </a:xfrm>
      </p:grpSpPr>
      <p:sp>
        <p:nvSpPr>
          <p:cNvPr id="986" name="Google Shape;986;p120"/>
          <p:cNvSpPr txBox="1"/>
          <p:nvPr/>
        </p:nvSpPr>
        <p:spPr>
          <a:xfrm>
            <a:off x="126625" y="484750"/>
            <a:ext cx="879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Frequency by Type</a:t>
            </a:r>
            <a:endParaRPr sz="1800">
              <a:solidFill>
                <a:schemeClr val="dk1"/>
              </a:solidFill>
              <a:latin typeface="Montserrat"/>
              <a:ea typeface="Montserrat"/>
              <a:cs typeface="Montserrat"/>
              <a:sym typeface="Montserrat"/>
            </a:endParaRPr>
          </a:p>
        </p:txBody>
      </p:sp>
      <p:sp>
        <p:nvSpPr>
          <p:cNvPr id="987" name="Google Shape;987;p120"/>
          <p:cNvSpPr txBox="1"/>
          <p:nvPr/>
        </p:nvSpPr>
        <p:spPr>
          <a:xfrm>
            <a:off x="5768250" y="1067825"/>
            <a:ext cx="3252900" cy="340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latin typeface="Montserrat"/>
                <a:ea typeface="Montserrat"/>
                <a:cs typeface="Montserrat"/>
                <a:sym typeface="Montserrat"/>
              </a:rPr>
              <a:t>We found that some of the most common conditions over the past three years are:</a:t>
            </a:r>
            <a:endParaRPr sz="1800">
              <a:solidFill>
                <a:schemeClr val="dk2"/>
              </a:solidFill>
              <a:latin typeface="Montserrat"/>
              <a:ea typeface="Montserrat"/>
              <a:cs typeface="Montserrat"/>
              <a:sym typeface="Montserrat"/>
            </a:endParaRPr>
          </a:p>
          <a:p>
            <a:pPr marL="457200" lvl="0" indent="-342900" algn="l" rtl="0">
              <a:spcBef>
                <a:spcPts val="0"/>
              </a:spcBef>
              <a:spcAft>
                <a:spcPts val="0"/>
              </a:spcAft>
              <a:buClr>
                <a:schemeClr val="dk2"/>
              </a:buClr>
              <a:buSzPts val="1800"/>
              <a:buFont typeface="Montserrat"/>
              <a:buChar char="●"/>
            </a:pPr>
            <a:r>
              <a:rPr lang="en-GB" sz="1800">
                <a:solidFill>
                  <a:schemeClr val="dk2"/>
                </a:solidFill>
                <a:latin typeface="Montserrat"/>
                <a:ea typeface="Montserrat"/>
                <a:cs typeface="Montserrat"/>
                <a:sym typeface="Montserrat"/>
              </a:rPr>
              <a:t>Medication error</a:t>
            </a:r>
            <a:endParaRPr sz="1800">
              <a:solidFill>
                <a:schemeClr val="dk2"/>
              </a:solidFill>
              <a:latin typeface="Montserrat"/>
              <a:ea typeface="Montserrat"/>
              <a:cs typeface="Montserrat"/>
              <a:sym typeface="Montserrat"/>
            </a:endParaRPr>
          </a:p>
          <a:p>
            <a:pPr marL="457200" lvl="0" indent="-342900" algn="l" rtl="0">
              <a:spcBef>
                <a:spcPts val="0"/>
              </a:spcBef>
              <a:spcAft>
                <a:spcPts val="0"/>
              </a:spcAft>
              <a:buClr>
                <a:schemeClr val="dk2"/>
              </a:buClr>
              <a:buSzPts val="1800"/>
              <a:buFont typeface="Montserrat"/>
              <a:buChar char="●"/>
            </a:pPr>
            <a:r>
              <a:rPr lang="en-GB" sz="1800">
                <a:solidFill>
                  <a:schemeClr val="dk2"/>
                </a:solidFill>
                <a:latin typeface="Montserrat"/>
                <a:ea typeface="Montserrat"/>
                <a:cs typeface="Montserrat"/>
                <a:sym typeface="Montserrat"/>
              </a:rPr>
              <a:t>Serious illness</a:t>
            </a:r>
            <a:endParaRPr sz="1800">
              <a:solidFill>
                <a:schemeClr val="dk2"/>
              </a:solidFill>
              <a:latin typeface="Montserrat"/>
              <a:ea typeface="Montserrat"/>
              <a:cs typeface="Montserrat"/>
              <a:sym typeface="Montserrat"/>
            </a:endParaRPr>
          </a:p>
          <a:p>
            <a:pPr marL="457200" lvl="0" indent="-342900" algn="l" rtl="0">
              <a:spcBef>
                <a:spcPts val="0"/>
              </a:spcBef>
              <a:spcAft>
                <a:spcPts val="0"/>
              </a:spcAft>
              <a:buClr>
                <a:schemeClr val="dk2"/>
              </a:buClr>
              <a:buSzPts val="1800"/>
              <a:buFont typeface="Montserrat"/>
              <a:buChar char="●"/>
            </a:pPr>
            <a:r>
              <a:rPr lang="en-GB" sz="1800">
                <a:solidFill>
                  <a:schemeClr val="dk2"/>
                </a:solidFill>
                <a:latin typeface="Montserrat"/>
                <a:ea typeface="Montserrat"/>
                <a:cs typeface="Montserrat"/>
                <a:sym typeface="Montserrat"/>
              </a:rPr>
              <a:t>Serious injury</a:t>
            </a:r>
            <a:endParaRPr sz="1800">
              <a:solidFill>
                <a:schemeClr val="dk2"/>
              </a:solidFill>
              <a:latin typeface="Montserrat"/>
              <a:ea typeface="Montserrat"/>
              <a:cs typeface="Montserrat"/>
              <a:sym typeface="Montserrat"/>
            </a:endParaRPr>
          </a:p>
          <a:p>
            <a:pPr marL="457200" lvl="0" indent="-342900" algn="l" rtl="0">
              <a:spcBef>
                <a:spcPts val="0"/>
              </a:spcBef>
              <a:spcAft>
                <a:spcPts val="0"/>
              </a:spcAft>
              <a:buClr>
                <a:schemeClr val="dk2"/>
              </a:buClr>
              <a:buSzPts val="1800"/>
              <a:buFont typeface="Montserrat"/>
              <a:buChar char="●"/>
            </a:pPr>
            <a:r>
              <a:rPr lang="en-GB" sz="1800">
                <a:solidFill>
                  <a:schemeClr val="dk2"/>
                </a:solidFill>
                <a:latin typeface="Montserrat"/>
                <a:ea typeface="Montserrat"/>
                <a:cs typeface="Montserrat"/>
                <a:sym typeface="Montserrat"/>
              </a:rPr>
              <a:t>Neglect</a:t>
            </a:r>
            <a:endParaRPr sz="1800">
              <a:solidFill>
                <a:schemeClr val="dk2"/>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800">
                <a:solidFill>
                  <a:schemeClr val="dk2"/>
                </a:solidFill>
                <a:latin typeface="Montserrat"/>
                <a:ea typeface="Montserrat"/>
                <a:cs typeface="Montserrat"/>
                <a:sym typeface="Montserrat"/>
              </a:rPr>
              <a:t>We’ve made a deeper analysis into all four.</a:t>
            </a:r>
            <a:endParaRPr sz="1800">
              <a:solidFill>
                <a:schemeClr val="dk2"/>
              </a:solidFill>
              <a:latin typeface="Montserrat"/>
              <a:ea typeface="Montserrat"/>
              <a:cs typeface="Montserrat"/>
              <a:sym typeface="Montserrat"/>
            </a:endParaRPr>
          </a:p>
        </p:txBody>
      </p:sp>
      <p:pic>
        <p:nvPicPr>
          <p:cNvPr id="988" name="Google Shape;988;p120" title="Screenshot 2025-03-17 at 3.29.18 PM.png"/>
          <p:cNvPicPr preferRelativeResize="0"/>
          <p:nvPr/>
        </p:nvPicPr>
        <p:blipFill>
          <a:blip r:embed="rId1"/>
          <a:stretch>
            <a:fillRect/>
          </a:stretch>
        </p:blipFill>
        <p:spPr>
          <a:xfrm>
            <a:off x="152400" y="1098850"/>
            <a:ext cx="5463450" cy="34473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92" name="Shape 992"/>
        <p:cNvGrpSpPr/>
        <p:nvPr/>
      </p:nvGrpSpPr>
      <p:grpSpPr>
        <a:xfrm>
          <a:off x="0" y="0"/>
          <a:ext cx="0" cy="0"/>
          <a:chOff x="0" y="0"/>
          <a:chExt cx="0" cy="0"/>
        </a:xfrm>
      </p:grpSpPr>
      <p:sp>
        <p:nvSpPr>
          <p:cNvPr id="993" name="Google Shape;993;p121"/>
          <p:cNvSpPr txBox="1"/>
          <p:nvPr/>
        </p:nvSpPr>
        <p:spPr>
          <a:xfrm>
            <a:off x="126625" y="484750"/>
            <a:ext cx="8795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A Look at Needs Level</a:t>
            </a:r>
            <a:endParaRPr sz="1800">
              <a:solidFill>
                <a:schemeClr val="dk1"/>
              </a:solidFill>
              <a:latin typeface="Montserrat"/>
              <a:ea typeface="Montserrat"/>
              <a:cs typeface="Montserrat"/>
              <a:sym typeface="Montserrat"/>
            </a:endParaRPr>
          </a:p>
        </p:txBody>
      </p:sp>
      <p:sp>
        <p:nvSpPr>
          <p:cNvPr id="994" name="Google Shape;994;p121"/>
          <p:cNvSpPr txBox="1"/>
          <p:nvPr/>
        </p:nvSpPr>
        <p:spPr>
          <a:xfrm>
            <a:off x="5768250" y="1067825"/>
            <a:ext cx="3252900" cy="3403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latin typeface="Montserrat"/>
                <a:ea typeface="Montserrat"/>
                <a:cs typeface="Montserrat"/>
                <a:sym typeface="Montserrat"/>
              </a:rPr>
              <a:t>Primary categories are graphed with the percentage within each needs level, allowing for a comparative view of category prevalence. </a:t>
            </a:r>
            <a:endParaRPr sz="1800">
              <a:solidFill>
                <a:schemeClr val="dk2"/>
              </a:solidFill>
              <a:latin typeface="Montserrat"/>
              <a:ea typeface="Montserrat"/>
              <a:cs typeface="Montserrat"/>
              <a:sym typeface="Montserrat"/>
            </a:endParaRPr>
          </a:p>
          <a:p>
            <a:pPr marL="0" lvl="0" indent="0" algn="l" rtl="0">
              <a:spcBef>
                <a:spcPts val="0"/>
              </a:spcBef>
              <a:spcAft>
                <a:spcPts val="0"/>
              </a:spcAft>
              <a:buNone/>
            </a:pPr>
            <a:endParaRPr sz="18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800">
                <a:solidFill>
                  <a:schemeClr val="dk2"/>
                </a:solidFill>
                <a:latin typeface="Montserrat"/>
                <a:ea typeface="Montserrat"/>
                <a:cs typeface="Montserrat"/>
                <a:sym typeface="Montserrat"/>
              </a:rPr>
              <a:t>Higher needs are dominated with serious illness and serious injury, lower levels are more diverse.</a:t>
            </a:r>
            <a:endParaRPr sz="1800">
              <a:solidFill>
                <a:schemeClr val="dk2"/>
              </a:solidFill>
              <a:latin typeface="Montserrat"/>
              <a:ea typeface="Montserrat"/>
              <a:cs typeface="Montserrat"/>
              <a:sym typeface="Montserrat"/>
            </a:endParaRPr>
          </a:p>
        </p:txBody>
      </p:sp>
      <p:pic>
        <p:nvPicPr>
          <p:cNvPr id="995" name="Google Shape;995;p121" title="Screenshot 2025-03-17 160809.png"/>
          <p:cNvPicPr preferRelativeResize="0"/>
          <p:nvPr/>
        </p:nvPicPr>
        <p:blipFill rotWithShape="1">
          <a:blip r:embed="rId1"/>
          <a:srcRect t="1980"/>
          <a:stretch>
            <a:fillRect/>
          </a:stretch>
        </p:blipFill>
        <p:spPr>
          <a:xfrm>
            <a:off x="152400" y="1165975"/>
            <a:ext cx="5463450" cy="3322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99" name="Shape 999"/>
        <p:cNvGrpSpPr/>
        <p:nvPr/>
      </p:nvGrpSpPr>
      <p:grpSpPr>
        <a:xfrm>
          <a:off x="0" y="0"/>
          <a:ext cx="0" cy="0"/>
          <a:chOff x="0" y="0"/>
          <a:chExt cx="0" cy="0"/>
        </a:xfrm>
      </p:grpSpPr>
      <p:sp>
        <p:nvSpPr>
          <p:cNvPr id="1000" name="Google Shape;1000;p122"/>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Medication Errors</a:t>
            </a:r>
            <a:endParaRPr lang="en-GB"/>
          </a:p>
        </p:txBody>
      </p:sp>
      <p:sp>
        <p:nvSpPr>
          <p:cNvPr id="1" name="Subtitle 0"/>
          <p:cNvSpPr/>
          <p:nvPr>
            <p:ph type="subTitle" idx="1"/>
          </p:nvPr>
        </p:nvSpPr>
        <p:spPr/>
        <p:txBody>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05" name="Shape 1005"/>
        <p:cNvGrpSpPr/>
        <p:nvPr/>
      </p:nvGrpSpPr>
      <p:grpSpPr>
        <a:xfrm>
          <a:off x="0" y="0"/>
          <a:ext cx="0" cy="0"/>
          <a:chOff x="0" y="0"/>
          <a:chExt cx="0" cy="0"/>
        </a:xfrm>
      </p:grpSpPr>
      <p:sp>
        <p:nvSpPr>
          <p:cNvPr id="1006" name="Google Shape;1006;p123"/>
          <p:cNvSpPr txBox="1"/>
          <p:nvPr/>
        </p:nvSpPr>
        <p:spPr>
          <a:xfrm>
            <a:off x="252225" y="484750"/>
            <a:ext cx="867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000">
                <a:solidFill>
                  <a:schemeClr val="dk1"/>
                </a:solidFill>
                <a:latin typeface="Vidaloka"/>
                <a:ea typeface="Vidaloka"/>
                <a:cs typeface="Vidaloka"/>
                <a:sym typeface="Vidaloka"/>
              </a:rPr>
              <a:t>Medication Errors Frequency by Type</a:t>
            </a:r>
            <a:endParaRPr sz="1800">
              <a:solidFill>
                <a:schemeClr val="dk1"/>
              </a:solidFill>
              <a:latin typeface="Montserrat"/>
              <a:ea typeface="Montserrat"/>
              <a:cs typeface="Montserrat"/>
              <a:sym typeface="Montserrat"/>
            </a:endParaRPr>
          </a:p>
        </p:txBody>
      </p:sp>
      <p:sp>
        <p:nvSpPr>
          <p:cNvPr id="1007" name="Google Shape;1007;p123"/>
          <p:cNvSpPr txBox="1"/>
          <p:nvPr/>
        </p:nvSpPr>
        <p:spPr>
          <a:xfrm>
            <a:off x="5526075" y="1513050"/>
            <a:ext cx="3153000" cy="267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We found that the most common error types are Missed Dose (at 110 counts) and Wrong Dose (at 27 counts).</a:t>
            </a:r>
            <a:endParaRPr sz="1800">
              <a:solidFill>
                <a:schemeClr val="dk1"/>
              </a:solidFill>
              <a:latin typeface="Montserrat"/>
              <a:ea typeface="Montserrat"/>
              <a:cs typeface="Montserrat"/>
              <a:sym typeface="Montserrat"/>
            </a:endParaRPr>
          </a:p>
          <a:p>
            <a:pPr marL="0" lvl="0" indent="0" algn="l" rtl="0">
              <a:spcBef>
                <a:spcPts val="0"/>
              </a:spcBef>
              <a:spcAft>
                <a:spcPts val="0"/>
              </a:spcAft>
              <a:buNone/>
            </a:pPr>
            <a:endParaRPr sz="1800">
              <a:solidFill>
                <a:schemeClr val="dk1"/>
              </a:solidFill>
              <a:latin typeface="Montserrat"/>
              <a:ea typeface="Montserrat"/>
              <a:cs typeface="Montserrat"/>
              <a:sym typeface="Montserrat"/>
            </a:endParaRPr>
          </a:p>
          <a:p>
            <a:pPr marL="0" lvl="0" indent="0" algn="l" rtl="0">
              <a:spcBef>
                <a:spcPts val="0"/>
              </a:spcBef>
              <a:spcAft>
                <a:spcPts val="0"/>
              </a:spcAft>
              <a:buNone/>
            </a:pPr>
            <a:r>
              <a:rPr lang="en-GB" sz="1800">
                <a:solidFill>
                  <a:schemeClr val="dk1"/>
                </a:solidFill>
                <a:latin typeface="Montserrat"/>
                <a:ea typeface="Montserrat"/>
                <a:cs typeface="Montserrat"/>
                <a:sym typeface="Montserrat"/>
              </a:rPr>
              <a:t>We’ve made a deeper analysis into just these two types of errors.</a:t>
            </a:r>
            <a:endParaRPr sz="1800">
              <a:solidFill>
                <a:schemeClr val="dk1"/>
              </a:solidFill>
              <a:latin typeface="Montserrat"/>
              <a:ea typeface="Montserrat"/>
              <a:cs typeface="Montserrat"/>
              <a:sym typeface="Montserrat"/>
            </a:endParaRPr>
          </a:p>
        </p:txBody>
      </p:sp>
      <p:pic>
        <p:nvPicPr>
          <p:cNvPr id="1008" name="Google Shape;1008;p123" title="Screenshot 2025-03-11 113134.png"/>
          <p:cNvPicPr preferRelativeResize="0"/>
          <p:nvPr/>
        </p:nvPicPr>
        <p:blipFill>
          <a:blip r:embed="rId1"/>
          <a:stretch>
            <a:fillRect/>
          </a:stretch>
        </p:blipFill>
        <p:spPr>
          <a:xfrm>
            <a:off x="423361" y="1259802"/>
            <a:ext cx="4904428" cy="31845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12" name="Shape 1012"/>
        <p:cNvGrpSpPr/>
        <p:nvPr/>
      </p:nvGrpSpPr>
      <p:grpSpPr>
        <a:xfrm>
          <a:off x="0" y="0"/>
          <a:ext cx="0" cy="0"/>
          <a:chOff x="0" y="0"/>
          <a:chExt cx="0" cy="0"/>
        </a:xfrm>
      </p:grpSpPr>
      <p:sp>
        <p:nvSpPr>
          <p:cNvPr id="1013" name="Google Shape;1013;p124"/>
          <p:cNvSpPr txBox="1"/>
          <p:nvPr/>
        </p:nvSpPr>
        <p:spPr>
          <a:xfrm>
            <a:off x="252225" y="484750"/>
            <a:ext cx="8670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000">
                <a:solidFill>
                  <a:schemeClr val="dk1"/>
                </a:solidFill>
                <a:latin typeface="Vidaloka"/>
                <a:ea typeface="Vidaloka"/>
                <a:cs typeface="Vidaloka"/>
                <a:sym typeface="Vidaloka"/>
              </a:rPr>
              <a:t>Medication Errors Over Time</a:t>
            </a:r>
            <a:endParaRPr sz="1800">
              <a:solidFill>
                <a:schemeClr val="dk1"/>
              </a:solidFill>
              <a:latin typeface="Montserrat"/>
              <a:ea typeface="Montserrat"/>
              <a:cs typeface="Montserrat"/>
              <a:sym typeface="Montserrat"/>
            </a:endParaRPr>
          </a:p>
        </p:txBody>
      </p:sp>
      <p:pic>
        <p:nvPicPr>
          <p:cNvPr id="1014" name="Google Shape;1014;p124"/>
          <p:cNvPicPr preferRelativeResize="0"/>
          <p:nvPr/>
        </p:nvPicPr>
        <p:blipFill>
          <a:blip r:embed="rId1"/>
          <a:stretch>
            <a:fillRect/>
          </a:stretch>
        </p:blipFill>
        <p:spPr>
          <a:xfrm>
            <a:off x="2282212" y="1317609"/>
            <a:ext cx="4579575" cy="31797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018" name="Shape 1018"/>
        <p:cNvGrpSpPr/>
        <p:nvPr/>
      </p:nvGrpSpPr>
      <p:grpSpPr>
        <a:xfrm>
          <a:off x="0" y="0"/>
          <a:ext cx="0" cy="0"/>
          <a:chOff x="0" y="0"/>
          <a:chExt cx="0" cy="0"/>
        </a:xfrm>
      </p:grpSpPr>
      <p:sp>
        <p:nvSpPr>
          <p:cNvPr id="1019" name="Google Shape;1019;p125"/>
          <p:cNvSpPr txBox="1"/>
          <p:nvPr/>
        </p:nvSpPr>
        <p:spPr>
          <a:xfrm>
            <a:off x="246625" y="484750"/>
            <a:ext cx="86757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000">
                <a:solidFill>
                  <a:schemeClr val="dk1"/>
                </a:solidFill>
                <a:latin typeface="Vidaloka"/>
                <a:ea typeface="Vidaloka"/>
                <a:cs typeface="Vidaloka"/>
                <a:sym typeface="Vidaloka"/>
              </a:rPr>
              <a:t>Medication Errors Over Time</a:t>
            </a:r>
            <a:endParaRPr sz="1800">
              <a:solidFill>
                <a:schemeClr val="dk1"/>
              </a:solidFill>
              <a:latin typeface="Montserrat"/>
              <a:ea typeface="Montserrat"/>
              <a:cs typeface="Montserrat"/>
              <a:sym typeface="Montserrat"/>
            </a:endParaRPr>
          </a:p>
          <a:p>
            <a:pPr marL="0" lvl="0" indent="0" algn="l" rtl="0">
              <a:spcBef>
                <a:spcPts val="0"/>
              </a:spcBef>
              <a:spcAft>
                <a:spcPts val="0"/>
              </a:spcAft>
              <a:buNone/>
            </a:pPr>
            <a:endParaRPr sz="1800">
              <a:solidFill>
                <a:schemeClr val="dk1"/>
              </a:solidFill>
              <a:latin typeface="Montserrat"/>
              <a:ea typeface="Montserrat"/>
              <a:cs typeface="Montserrat"/>
              <a:sym typeface="Montserrat"/>
            </a:endParaRPr>
          </a:p>
        </p:txBody>
      </p:sp>
      <p:sp>
        <p:nvSpPr>
          <p:cNvPr id="1020" name="Google Shape;1020;p125"/>
          <p:cNvSpPr txBox="1"/>
          <p:nvPr/>
        </p:nvSpPr>
        <p:spPr>
          <a:xfrm>
            <a:off x="4704325" y="3816550"/>
            <a:ext cx="2747100" cy="26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latin typeface="Montserrat"/>
                <a:ea typeface="Montserrat"/>
                <a:cs typeface="Montserrat"/>
                <a:sym typeface="Montserrat"/>
              </a:rPr>
              <a:t>Missed Dose</a:t>
            </a:r>
            <a:endParaRPr sz="1800">
              <a:solidFill>
                <a:schemeClr val="dk2"/>
              </a:solidFill>
              <a:latin typeface="Montserrat"/>
              <a:ea typeface="Montserrat"/>
              <a:cs typeface="Montserrat"/>
              <a:sym typeface="Montserrat"/>
            </a:endParaRPr>
          </a:p>
        </p:txBody>
      </p:sp>
      <p:sp>
        <p:nvSpPr>
          <p:cNvPr id="1021" name="Google Shape;1021;p125"/>
          <p:cNvSpPr txBox="1"/>
          <p:nvPr/>
        </p:nvSpPr>
        <p:spPr>
          <a:xfrm>
            <a:off x="246575" y="3816550"/>
            <a:ext cx="1729800" cy="26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2"/>
                </a:solidFill>
                <a:latin typeface="Montserrat"/>
                <a:ea typeface="Montserrat"/>
                <a:cs typeface="Montserrat"/>
                <a:sym typeface="Montserrat"/>
              </a:rPr>
              <a:t>Wrong Dose</a:t>
            </a:r>
            <a:endParaRPr sz="1800">
              <a:solidFill>
                <a:schemeClr val="dk2"/>
              </a:solidFill>
              <a:latin typeface="Montserrat"/>
              <a:ea typeface="Montserrat"/>
              <a:cs typeface="Montserrat"/>
              <a:sym typeface="Montserrat"/>
            </a:endParaRPr>
          </a:p>
        </p:txBody>
      </p:sp>
      <p:pic>
        <p:nvPicPr>
          <p:cNvPr id="1022" name="Google Shape;1022;p125" title="Screenshot 2025-03-11 181212.png"/>
          <p:cNvPicPr preferRelativeResize="0"/>
          <p:nvPr/>
        </p:nvPicPr>
        <p:blipFill>
          <a:blip r:embed="rId1"/>
          <a:stretch>
            <a:fillRect/>
          </a:stretch>
        </p:blipFill>
        <p:spPr>
          <a:xfrm>
            <a:off x="246613" y="1274387"/>
            <a:ext cx="4303720" cy="2594725"/>
          </a:xfrm>
          <a:prstGeom prst="rect">
            <a:avLst/>
          </a:prstGeom>
          <a:noFill/>
          <a:ln>
            <a:noFill/>
          </a:ln>
        </p:spPr>
      </p:pic>
      <p:pic>
        <p:nvPicPr>
          <p:cNvPr id="1023" name="Google Shape;1023;p125" title="Screenshot 2025-03-11 175736.png"/>
          <p:cNvPicPr preferRelativeResize="0"/>
          <p:nvPr/>
        </p:nvPicPr>
        <p:blipFill>
          <a:blip r:embed="rId2"/>
          <a:stretch>
            <a:fillRect/>
          </a:stretch>
        </p:blipFill>
        <p:spPr>
          <a:xfrm>
            <a:off x="4572000" y="1290788"/>
            <a:ext cx="4303700" cy="2561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027" name="Shape 1027"/>
        <p:cNvGrpSpPr/>
        <p:nvPr/>
      </p:nvGrpSpPr>
      <p:grpSpPr>
        <a:xfrm>
          <a:off x="0" y="0"/>
          <a:ext cx="0" cy="0"/>
          <a:chOff x="0" y="0"/>
          <a:chExt cx="0" cy="0"/>
        </a:xfrm>
      </p:grpSpPr>
      <p:sp>
        <p:nvSpPr>
          <p:cNvPr id="1028" name="Google Shape;1028;p126"/>
          <p:cNvSpPr txBox="1"/>
          <p:nvPr/>
        </p:nvSpPr>
        <p:spPr>
          <a:xfrm>
            <a:off x="265625" y="484750"/>
            <a:ext cx="8656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3000">
                <a:solidFill>
                  <a:schemeClr val="dk1"/>
                </a:solidFill>
                <a:latin typeface="Vidaloka"/>
                <a:ea typeface="Vidaloka"/>
                <a:cs typeface="Vidaloka"/>
                <a:sym typeface="Vidaloka"/>
              </a:rPr>
              <a:t>Medication Errors By Needs Level</a:t>
            </a:r>
            <a:endParaRPr sz="1800">
              <a:solidFill>
                <a:schemeClr val="dk1"/>
              </a:solidFill>
              <a:latin typeface="Montserrat"/>
              <a:ea typeface="Montserrat"/>
              <a:cs typeface="Montserrat"/>
              <a:sym typeface="Montserrat"/>
            </a:endParaRPr>
          </a:p>
        </p:txBody>
      </p:sp>
      <p:pic>
        <p:nvPicPr>
          <p:cNvPr id="1029" name="Google Shape;1029;p126" title="Screenshot 2025-03-11 112600.png"/>
          <p:cNvPicPr preferRelativeResize="0"/>
          <p:nvPr/>
        </p:nvPicPr>
        <p:blipFill>
          <a:blip r:embed="rId1"/>
          <a:stretch>
            <a:fillRect/>
          </a:stretch>
        </p:blipFill>
        <p:spPr>
          <a:xfrm>
            <a:off x="382377" y="1350313"/>
            <a:ext cx="4734921" cy="2901865"/>
          </a:xfrm>
          <a:prstGeom prst="rect">
            <a:avLst/>
          </a:prstGeom>
          <a:noFill/>
          <a:ln>
            <a:noFill/>
          </a:ln>
        </p:spPr>
      </p:pic>
      <p:sp>
        <p:nvSpPr>
          <p:cNvPr id="1030" name="Google Shape;1030;p126"/>
          <p:cNvSpPr txBox="1"/>
          <p:nvPr/>
        </p:nvSpPr>
        <p:spPr>
          <a:xfrm>
            <a:off x="5560800" y="1124675"/>
            <a:ext cx="3073500" cy="3786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We found no connection between the level of care needed and the type of medication error.</a:t>
            </a:r>
            <a:endParaRPr sz="1800">
              <a:solidFill>
                <a:schemeClr val="dk1"/>
              </a:solidFill>
              <a:latin typeface="Montserrat"/>
              <a:ea typeface="Montserrat"/>
              <a:cs typeface="Montserrat"/>
              <a:sym typeface="Montserrat"/>
            </a:endParaRPr>
          </a:p>
          <a:p>
            <a:pPr marL="0" lvl="0" indent="0" algn="l" rtl="0">
              <a:spcBef>
                <a:spcPts val="0"/>
              </a:spcBef>
              <a:spcAft>
                <a:spcPts val="0"/>
              </a:spcAft>
              <a:buNone/>
            </a:pPr>
            <a:endParaRPr sz="18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panose="020B0604020202090204"/>
              <a:buNone/>
            </a:pPr>
            <a:r>
              <a:rPr lang="en-GB" sz="1800">
                <a:solidFill>
                  <a:schemeClr val="dk1"/>
                </a:solidFill>
                <a:latin typeface="Montserrat"/>
                <a:ea typeface="Montserrat"/>
                <a:cs typeface="Montserrat"/>
                <a:sym typeface="Montserrat"/>
              </a:rPr>
              <a:t>This is a positive outcome as errors are not disproportionately occurring in more critical situations, which would be a larger concern.</a:t>
            </a:r>
            <a:endParaRPr sz="1800">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panose="020B0604020202090204"/>
              <a:buNone/>
            </a:pPr>
            <a:endParaRPr sz="1800">
              <a:solidFill>
                <a:schemeClr val="dk1"/>
              </a:solidFill>
              <a:latin typeface="Montserrat"/>
              <a:ea typeface="Montserrat"/>
              <a:cs typeface="Montserrat"/>
              <a:sym typeface="Montserrat"/>
            </a:endParaRPr>
          </a:p>
          <a:p>
            <a:pPr marL="0" lvl="0" indent="0" algn="l" rtl="0">
              <a:spcBef>
                <a:spcPts val="0"/>
              </a:spcBef>
              <a:spcAft>
                <a:spcPts val="0"/>
              </a:spcAft>
              <a:buClr>
                <a:srgbClr val="000000"/>
              </a:buClr>
              <a:buSzPts val="1100"/>
              <a:buFont typeface="Arial" panose="020B0604020202090204"/>
              <a:buNone/>
            </a:pPr>
            <a:endParaRPr sz="180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034" name="Shape 1034"/>
        <p:cNvGrpSpPr/>
        <p:nvPr/>
      </p:nvGrpSpPr>
      <p:grpSpPr>
        <a:xfrm>
          <a:off x="0" y="0"/>
          <a:ext cx="0" cy="0"/>
          <a:chOff x="0" y="0"/>
          <a:chExt cx="0" cy="0"/>
        </a:xfrm>
      </p:grpSpPr>
      <p:sp>
        <p:nvSpPr>
          <p:cNvPr id="1035" name="Google Shape;1035;p127"/>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Illnesses</a:t>
            </a:r>
            <a:endParaRPr lang="en-GB"/>
          </a:p>
          <a:p>
            <a:pPr marL="0" lvl="0" indent="0" algn="ctr" rtl="0">
              <a:spcBef>
                <a:spcPts val="0"/>
              </a:spcBef>
              <a:spcAft>
                <a:spcPts val="0"/>
              </a:spcAft>
              <a:buNone/>
            </a:pPr>
            <a:r>
              <a:rPr lang="en-GB" sz="2400"/>
              <a:t>(Serious Illness + Illness)</a:t>
            </a:r>
            <a:endParaRPr sz="2400"/>
          </a:p>
        </p:txBody>
      </p:sp>
      <p:sp>
        <p:nvSpPr>
          <p:cNvPr id="1" name="Subtitle 0"/>
          <p:cNvSpPr/>
          <p:nvPr>
            <p:ph type="subTitle" idx="1"/>
          </p:nvPr>
        </p:nvSpPr>
        <p:spPr/>
        <p:txBody>
          <a:bodyPr/>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040" name="Shape 1040"/>
        <p:cNvGrpSpPr/>
        <p:nvPr/>
      </p:nvGrpSpPr>
      <p:grpSpPr>
        <a:xfrm>
          <a:off x="0" y="0"/>
          <a:ext cx="0" cy="0"/>
          <a:chOff x="0" y="0"/>
          <a:chExt cx="0" cy="0"/>
        </a:xfrm>
      </p:grpSpPr>
      <p:sp>
        <p:nvSpPr>
          <p:cNvPr id="1041" name="Google Shape;1041;p128"/>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Illness</a:t>
            </a:r>
            <a:r>
              <a:rPr lang="en-GB" sz="1800">
                <a:solidFill>
                  <a:schemeClr val="dk1"/>
                </a:solidFill>
                <a:latin typeface="Montserrat"/>
                <a:ea typeface="Montserrat"/>
                <a:cs typeface="Montserrat"/>
                <a:sym typeface="Montserrat"/>
              </a:rPr>
              <a:t> by Type</a:t>
            </a:r>
            <a:endParaRPr sz="1800">
              <a:solidFill>
                <a:schemeClr val="dk1"/>
              </a:solidFill>
              <a:latin typeface="Montserrat"/>
              <a:ea typeface="Montserrat"/>
              <a:cs typeface="Montserrat"/>
              <a:sym typeface="Montserrat"/>
            </a:endParaRPr>
          </a:p>
        </p:txBody>
      </p:sp>
      <p:sp>
        <p:nvSpPr>
          <p:cNvPr id="1042" name="Google Shape;1042;p128"/>
          <p:cNvSpPr txBox="1"/>
          <p:nvPr/>
        </p:nvSpPr>
        <p:spPr>
          <a:xfrm>
            <a:off x="5845650" y="674775"/>
            <a:ext cx="3076800" cy="394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We found that most cases of illnesses are COVID or new ones, but there is a trend of decreasing COVID cases across the years.</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Chronic cases have stayed about the same.</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New cases have </a:t>
            </a:r>
            <a:r>
              <a:rPr lang="en-GB" sz="1600">
                <a:solidFill>
                  <a:schemeClr val="dk2"/>
                </a:solidFill>
                <a:latin typeface="Montserrat"/>
                <a:ea typeface="Montserrat"/>
                <a:cs typeface="Montserrat"/>
                <a:sym typeface="Montserrat"/>
              </a:rPr>
              <a:t>fluctuated but shown increase.</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Possible conclusions: shift resources more to new illnesses</a:t>
            </a:r>
            <a:endParaRPr sz="1600">
              <a:solidFill>
                <a:schemeClr val="dk2"/>
              </a:solidFill>
              <a:latin typeface="Montserrat"/>
              <a:ea typeface="Montserrat"/>
              <a:cs typeface="Montserrat"/>
              <a:sym typeface="Montserrat"/>
            </a:endParaRPr>
          </a:p>
        </p:txBody>
      </p:sp>
      <p:pic>
        <p:nvPicPr>
          <p:cNvPr id="1043" name="Google Shape;1043;p128" title="Screenshot 2025-03-28 at 1.54.53 PM.png"/>
          <p:cNvPicPr preferRelativeResize="0"/>
          <p:nvPr/>
        </p:nvPicPr>
        <p:blipFill>
          <a:blip r:embed="rId1"/>
          <a:stretch>
            <a:fillRect/>
          </a:stretch>
        </p:blipFill>
        <p:spPr>
          <a:xfrm>
            <a:off x="453250" y="1702125"/>
            <a:ext cx="4754199" cy="3014349"/>
          </a:xfrm>
          <a:prstGeom prst="rect">
            <a:avLst/>
          </a:prstGeom>
          <a:noFill/>
          <a:ln>
            <a:noFill/>
          </a:ln>
        </p:spPr>
      </p:pic>
      <p:pic>
        <p:nvPicPr>
          <p:cNvPr id="1044" name="Google Shape;1044;p128" title="Screenshot 2025-03-28 at 1.53.26 PM.png"/>
          <p:cNvPicPr preferRelativeResize="0"/>
          <p:nvPr/>
        </p:nvPicPr>
        <p:blipFill>
          <a:blip r:embed="rId2"/>
          <a:stretch>
            <a:fillRect/>
          </a:stretch>
        </p:blipFill>
        <p:spPr>
          <a:xfrm>
            <a:off x="2705351" y="580150"/>
            <a:ext cx="2857751" cy="1941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48" name="Shape 1048"/>
        <p:cNvGrpSpPr/>
        <p:nvPr/>
      </p:nvGrpSpPr>
      <p:grpSpPr>
        <a:xfrm>
          <a:off x="0" y="0"/>
          <a:ext cx="0" cy="0"/>
          <a:chOff x="0" y="0"/>
          <a:chExt cx="0" cy="0"/>
        </a:xfrm>
      </p:grpSpPr>
      <p:pic>
        <p:nvPicPr>
          <p:cNvPr id="1049" name="Google Shape;1049;p129" title="Screenshot 2025-03-28 at 1.28.14 PM.png"/>
          <p:cNvPicPr preferRelativeResize="0"/>
          <p:nvPr/>
        </p:nvPicPr>
        <p:blipFill>
          <a:blip r:embed="rId1"/>
          <a:stretch>
            <a:fillRect/>
          </a:stretch>
        </p:blipFill>
        <p:spPr>
          <a:xfrm>
            <a:off x="339862" y="1067637"/>
            <a:ext cx="5206027" cy="3253775"/>
          </a:xfrm>
          <a:prstGeom prst="rect">
            <a:avLst/>
          </a:prstGeom>
          <a:noFill/>
          <a:ln>
            <a:noFill/>
          </a:ln>
        </p:spPr>
      </p:pic>
      <p:sp>
        <p:nvSpPr>
          <p:cNvPr id="1050" name="Google Shape;1050;p129"/>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Illness</a:t>
            </a:r>
            <a:r>
              <a:rPr lang="en-GB" sz="1800">
                <a:solidFill>
                  <a:schemeClr val="dk1"/>
                </a:solidFill>
                <a:latin typeface="Montserrat"/>
                <a:ea typeface="Montserrat"/>
                <a:cs typeface="Montserrat"/>
                <a:sym typeface="Montserrat"/>
              </a:rPr>
              <a:t> Frequency by Type and Needs Level</a:t>
            </a:r>
            <a:endParaRPr sz="1800">
              <a:solidFill>
                <a:schemeClr val="dk1"/>
              </a:solidFill>
              <a:latin typeface="Montserrat"/>
              <a:ea typeface="Montserrat"/>
              <a:cs typeface="Montserrat"/>
              <a:sym typeface="Montserrat"/>
            </a:endParaRPr>
          </a:p>
        </p:txBody>
      </p:sp>
      <p:sp>
        <p:nvSpPr>
          <p:cNvPr id="1051" name="Google Shape;1051;p129"/>
          <p:cNvSpPr txBox="1"/>
          <p:nvPr/>
        </p:nvSpPr>
        <p:spPr>
          <a:xfrm>
            <a:off x="5845550" y="534225"/>
            <a:ext cx="3076800" cy="4011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By chi-squared test, we find that the relationship between illness type and needs level is significant.</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Applying a linear model reveals that whether or not the illness was COVID is significant in predicting needs level.</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Notice that serious illnesses tend to have needs levels around 4 - 6 whereas for COVID the needs levels are around 2 - 4.</a:t>
            </a:r>
            <a:endParaRPr sz="1600">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055" name="Shape 1055"/>
        <p:cNvGrpSpPr/>
        <p:nvPr/>
      </p:nvGrpSpPr>
      <p:grpSpPr>
        <a:xfrm>
          <a:off x="0" y="0"/>
          <a:ext cx="0" cy="0"/>
          <a:chOff x="0" y="0"/>
          <a:chExt cx="0" cy="0"/>
        </a:xfrm>
      </p:grpSpPr>
      <p:pic>
        <p:nvPicPr>
          <p:cNvPr id="1056" name="Google Shape;1056;p130" title="Screenshot 2025-03-28 at 1.28.58 PM.png"/>
          <p:cNvPicPr preferRelativeResize="0"/>
          <p:nvPr/>
        </p:nvPicPr>
        <p:blipFill>
          <a:blip r:embed="rId1"/>
          <a:stretch>
            <a:fillRect/>
          </a:stretch>
        </p:blipFill>
        <p:spPr>
          <a:xfrm>
            <a:off x="219648" y="1174788"/>
            <a:ext cx="5442751" cy="3318000"/>
          </a:xfrm>
          <a:prstGeom prst="rect">
            <a:avLst/>
          </a:prstGeom>
          <a:noFill/>
          <a:ln>
            <a:noFill/>
          </a:ln>
        </p:spPr>
      </p:pic>
      <p:sp>
        <p:nvSpPr>
          <p:cNvPr id="1057" name="Google Shape;1057;p130"/>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Illness</a:t>
            </a:r>
            <a:r>
              <a:rPr lang="en-GB" sz="1800">
                <a:solidFill>
                  <a:schemeClr val="dk1"/>
                </a:solidFill>
                <a:latin typeface="Montserrat"/>
                <a:ea typeface="Montserrat"/>
                <a:cs typeface="Montserrat"/>
                <a:sym typeface="Montserrat"/>
              </a:rPr>
              <a:t> Frequency by Type and Month Discovered</a:t>
            </a:r>
            <a:endParaRPr sz="1800">
              <a:solidFill>
                <a:schemeClr val="dk1"/>
              </a:solidFill>
              <a:latin typeface="Montserrat"/>
              <a:ea typeface="Montserrat"/>
              <a:cs typeface="Montserrat"/>
              <a:sym typeface="Montserrat"/>
            </a:endParaRPr>
          </a:p>
        </p:txBody>
      </p:sp>
      <p:sp>
        <p:nvSpPr>
          <p:cNvPr id="1058" name="Google Shape;1058;p130"/>
          <p:cNvSpPr txBox="1"/>
          <p:nvPr/>
        </p:nvSpPr>
        <p:spPr>
          <a:xfrm>
            <a:off x="5845550" y="1067625"/>
            <a:ext cx="3076800" cy="3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latin typeface="Montserrat"/>
                <a:ea typeface="Montserrat"/>
                <a:cs typeface="Montserrat"/>
                <a:sym typeface="Montserrat"/>
              </a:rPr>
              <a:t>By chi-squared test, we find that the relationship between illness type and month discovered is significant.</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panose="020B0604020202090204"/>
              <a:buNone/>
            </a:pPr>
            <a:r>
              <a:rPr lang="en-GB" sz="1600">
                <a:solidFill>
                  <a:schemeClr val="dk1"/>
                </a:solidFill>
                <a:latin typeface="Montserrat"/>
                <a:ea typeface="Montserrat"/>
                <a:cs typeface="Montserrat"/>
                <a:sym typeface="Montserrat"/>
              </a:rPr>
              <a:t>Whether the patient had COVID, # of days between </a:t>
            </a:r>
            <a:r>
              <a:rPr lang="en-GB" sz="1600">
                <a:solidFill>
                  <a:schemeClr val="dk1"/>
                </a:solidFill>
                <a:latin typeface="Montserrat"/>
                <a:ea typeface="Montserrat"/>
                <a:cs typeface="Montserrat"/>
                <a:sym typeface="Montserrat"/>
              </a:rPr>
              <a:t>occurrence</a:t>
            </a:r>
            <a:r>
              <a:rPr lang="en-GB" sz="1600">
                <a:solidFill>
                  <a:schemeClr val="dk1"/>
                </a:solidFill>
                <a:latin typeface="Montserrat"/>
                <a:ea typeface="Montserrat"/>
                <a:cs typeface="Montserrat"/>
                <a:sym typeface="Montserrat"/>
              </a:rPr>
              <a:t> and discovery, and month discovered have significant relationships via linear model.</a:t>
            </a:r>
            <a:endParaRPr sz="1600">
              <a:solidFill>
                <a:schemeClr val="dk2"/>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062" name="Shape 1062"/>
        <p:cNvGrpSpPr/>
        <p:nvPr/>
      </p:nvGrpSpPr>
      <p:grpSpPr>
        <a:xfrm>
          <a:off x="0" y="0"/>
          <a:ext cx="0" cy="0"/>
          <a:chOff x="0" y="0"/>
          <a:chExt cx="0" cy="0"/>
        </a:xfrm>
      </p:grpSpPr>
      <p:sp>
        <p:nvSpPr>
          <p:cNvPr id="1063" name="Google Shape;1063;p131"/>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Serious </a:t>
            </a:r>
            <a:r>
              <a:rPr lang="en-GB"/>
              <a:t>Injury</a:t>
            </a:r>
            <a:endParaRPr lang="en-GB"/>
          </a:p>
        </p:txBody>
      </p:sp>
      <p:sp>
        <p:nvSpPr>
          <p:cNvPr id="1" name="Subtitle 0"/>
          <p:cNvSpPr/>
          <p:nvPr>
            <p:ph type="subTitle" idx="1"/>
          </p:nvPr>
        </p:nvSpPr>
        <p:spPr/>
        <p:txBody>
          <a:bodyPr/>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068" name="Shape 1068"/>
        <p:cNvGrpSpPr/>
        <p:nvPr/>
      </p:nvGrpSpPr>
      <p:grpSpPr>
        <a:xfrm>
          <a:off x="0" y="0"/>
          <a:ext cx="0" cy="0"/>
          <a:chOff x="0" y="0"/>
          <a:chExt cx="0" cy="0"/>
        </a:xfrm>
      </p:grpSpPr>
      <p:sp>
        <p:nvSpPr>
          <p:cNvPr id="1069" name="Google Shape;1069;p132"/>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Serious Injury Frequency by Type</a:t>
            </a:r>
            <a:endParaRPr sz="1800">
              <a:solidFill>
                <a:schemeClr val="dk1"/>
              </a:solidFill>
              <a:latin typeface="Montserrat"/>
              <a:ea typeface="Montserrat"/>
              <a:cs typeface="Montserrat"/>
              <a:sym typeface="Montserrat"/>
            </a:endParaRPr>
          </a:p>
        </p:txBody>
      </p:sp>
      <p:sp>
        <p:nvSpPr>
          <p:cNvPr id="1070" name="Google Shape;1070;p132"/>
          <p:cNvSpPr txBox="1"/>
          <p:nvPr/>
        </p:nvSpPr>
        <p:spPr>
          <a:xfrm>
            <a:off x="5845550" y="1067625"/>
            <a:ext cx="3076800" cy="3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We found that the common secondary category within Serious Injury is Injury Accidental, followed by Pressure Injury. The rest categories have equal frequencies of occurring. There were no patterns of any of these injuries </a:t>
            </a:r>
            <a:r>
              <a:rPr lang="en-GB" sz="1600">
                <a:solidFill>
                  <a:schemeClr val="dk2"/>
                </a:solidFill>
                <a:latin typeface="Montserrat"/>
                <a:ea typeface="Montserrat"/>
                <a:cs typeface="Montserrat"/>
                <a:sym typeface="Montserrat"/>
              </a:rPr>
              <a:t>occurring</a:t>
            </a:r>
            <a:r>
              <a:rPr lang="en-GB" sz="1600">
                <a:solidFill>
                  <a:schemeClr val="dk2"/>
                </a:solidFill>
                <a:latin typeface="Montserrat"/>
                <a:ea typeface="Montserrat"/>
                <a:cs typeface="Montserrat"/>
                <a:sym typeface="Montserrat"/>
              </a:rPr>
              <a:t> at any specific time of a season.</a:t>
            </a:r>
            <a:endParaRPr sz="1600">
              <a:solidFill>
                <a:schemeClr val="dk2"/>
              </a:solidFill>
              <a:latin typeface="Montserrat"/>
              <a:ea typeface="Montserrat"/>
              <a:cs typeface="Montserrat"/>
              <a:sym typeface="Montserrat"/>
            </a:endParaRPr>
          </a:p>
        </p:txBody>
      </p:sp>
      <p:pic>
        <p:nvPicPr>
          <p:cNvPr id="1071" name="Google Shape;1071;p132" title="Screenshot 2025-03-13 at 12.36.06 AM.png"/>
          <p:cNvPicPr preferRelativeResize="0"/>
          <p:nvPr/>
        </p:nvPicPr>
        <p:blipFill>
          <a:blip r:embed="rId1"/>
          <a:stretch>
            <a:fillRect/>
          </a:stretch>
        </p:blipFill>
        <p:spPr>
          <a:xfrm>
            <a:off x="226775" y="1067628"/>
            <a:ext cx="5483224" cy="331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075" name="Shape 1075"/>
        <p:cNvGrpSpPr/>
        <p:nvPr/>
      </p:nvGrpSpPr>
      <p:grpSpPr>
        <a:xfrm>
          <a:off x="0" y="0"/>
          <a:ext cx="0" cy="0"/>
          <a:chOff x="0" y="0"/>
          <a:chExt cx="0" cy="0"/>
        </a:xfrm>
      </p:grpSpPr>
      <p:sp>
        <p:nvSpPr>
          <p:cNvPr id="1076" name="Google Shape;1076;p133"/>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Neglect</a:t>
            </a:r>
            <a:endParaRPr lang="en-GB"/>
          </a:p>
        </p:txBody>
      </p:sp>
      <p:sp>
        <p:nvSpPr>
          <p:cNvPr id="1" name="Subtitle 0"/>
          <p:cNvSpPr/>
          <p:nvPr>
            <p:ph type="subTitle" idx="1"/>
          </p:nvPr>
        </p:nvSpPr>
        <p:spPr/>
        <p:txBody>
          <a:bodyPr/>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81" name="Shape 1081"/>
        <p:cNvGrpSpPr/>
        <p:nvPr/>
      </p:nvGrpSpPr>
      <p:grpSpPr>
        <a:xfrm>
          <a:off x="0" y="0"/>
          <a:ext cx="0" cy="0"/>
          <a:chOff x="0" y="0"/>
          <a:chExt cx="0" cy="0"/>
        </a:xfrm>
      </p:grpSpPr>
      <p:sp>
        <p:nvSpPr>
          <p:cNvPr id="1082" name="Google Shape;1082;p134"/>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Neglect </a:t>
            </a:r>
            <a:r>
              <a:rPr lang="en-GB" sz="1800">
                <a:solidFill>
                  <a:schemeClr val="dk1"/>
                </a:solidFill>
                <a:latin typeface="Montserrat"/>
                <a:ea typeface="Montserrat"/>
                <a:cs typeface="Montserrat"/>
                <a:sym typeface="Montserrat"/>
              </a:rPr>
              <a:t>Frequency by Type</a:t>
            </a:r>
            <a:endParaRPr sz="1800">
              <a:solidFill>
                <a:schemeClr val="dk1"/>
              </a:solidFill>
              <a:latin typeface="Montserrat"/>
              <a:ea typeface="Montserrat"/>
              <a:cs typeface="Montserrat"/>
              <a:sym typeface="Montserrat"/>
            </a:endParaRPr>
          </a:p>
        </p:txBody>
      </p:sp>
      <p:sp>
        <p:nvSpPr>
          <p:cNvPr id="1083" name="Google Shape;1083;p134"/>
          <p:cNvSpPr txBox="1"/>
          <p:nvPr/>
        </p:nvSpPr>
        <p:spPr>
          <a:xfrm>
            <a:off x="5845550" y="1067625"/>
            <a:ext cx="3076800" cy="3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We found that the common secondary category within Neglect is Failure to Provide Needed Supervision, followed by Failure to Provide Medication Management, leading to possibly more personal management needed.</a:t>
            </a:r>
            <a:endParaRPr sz="1600">
              <a:solidFill>
                <a:schemeClr val="dk2"/>
              </a:solidFill>
              <a:latin typeface="Montserrat"/>
              <a:ea typeface="Montserrat"/>
              <a:cs typeface="Montserrat"/>
              <a:sym typeface="Montserrat"/>
            </a:endParaRPr>
          </a:p>
        </p:txBody>
      </p:sp>
      <p:pic>
        <p:nvPicPr>
          <p:cNvPr id="1084" name="Google Shape;1084;p134" title="Screenshot 2025-03-17 at 2.21.55 PM.png"/>
          <p:cNvPicPr preferRelativeResize="0"/>
          <p:nvPr/>
        </p:nvPicPr>
        <p:blipFill>
          <a:blip r:embed="rId1"/>
          <a:stretch>
            <a:fillRect/>
          </a:stretch>
        </p:blipFill>
        <p:spPr>
          <a:xfrm>
            <a:off x="152400" y="1098850"/>
            <a:ext cx="5540748" cy="35060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088" name="Shape 1088"/>
        <p:cNvGrpSpPr/>
        <p:nvPr/>
      </p:nvGrpSpPr>
      <p:grpSpPr>
        <a:xfrm>
          <a:off x="0" y="0"/>
          <a:ext cx="0" cy="0"/>
          <a:chOff x="0" y="0"/>
          <a:chExt cx="0" cy="0"/>
        </a:xfrm>
      </p:grpSpPr>
      <p:sp>
        <p:nvSpPr>
          <p:cNvPr id="1089" name="Google Shape;1089;p135"/>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Neglect Frequency by Needs Level</a:t>
            </a:r>
            <a:endParaRPr sz="1800">
              <a:solidFill>
                <a:schemeClr val="dk1"/>
              </a:solidFill>
              <a:latin typeface="Montserrat"/>
              <a:ea typeface="Montserrat"/>
              <a:cs typeface="Montserrat"/>
              <a:sym typeface="Montserrat"/>
            </a:endParaRPr>
          </a:p>
        </p:txBody>
      </p:sp>
      <p:sp>
        <p:nvSpPr>
          <p:cNvPr id="1090" name="Google Shape;1090;p135"/>
          <p:cNvSpPr txBox="1"/>
          <p:nvPr/>
        </p:nvSpPr>
        <p:spPr>
          <a:xfrm>
            <a:off x="5481300" y="1143825"/>
            <a:ext cx="3586500" cy="3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This plot shows the occurrence of Neglect across time between 2022 and 2024. There are more cases of </a:t>
            </a:r>
            <a:r>
              <a:rPr lang="en-GB" sz="1600" b="1">
                <a:solidFill>
                  <a:schemeClr val="dk2"/>
                </a:solidFill>
                <a:latin typeface="Montserrat"/>
                <a:ea typeface="Montserrat"/>
                <a:cs typeface="Montserrat"/>
                <a:sym typeface="Montserrat"/>
              </a:rPr>
              <a:t>failure to provide needed </a:t>
            </a:r>
            <a:r>
              <a:rPr lang="en-GB" sz="1600" b="1">
                <a:solidFill>
                  <a:schemeClr val="dk2"/>
                </a:solidFill>
                <a:latin typeface="Montserrat"/>
                <a:ea typeface="Montserrat"/>
                <a:cs typeface="Montserrat"/>
                <a:sym typeface="Montserrat"/>
              </a:rPr>
              <a:t>supervision</a:t>
            </a:r>
            <a:r>
              <a:rPr lang="en-GB" sz="1600">
                <a:solidFill>
                  <a:schemeClr val="dk2"/>
                </a:solidFill>
                <a:latin typeface="Montserrat"/>
                <a:ea typeface="Montserrat"/>
                <a:cs typeface="Montserrat"/>
                <a:sym typeface="Montserrat"/>
              </a:rPr>
              <a:t> at the end of 2023 and 2024, which makes sense because most people are on holidays, so more attention during that time would definitely help reduce the cases. </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r>
              <a:rPr lang="en-GB" sz="1600">
                <a:solidFill>
                  <a:schemeClr val="dk2"/>
                </a:solidFill>
                <a:latin typeface="Montserrat"/>
                <a:ea typeface="Montserrat"/>
                <a:cs typeface="Montserrat"/>
                <a:sym typeface="Montserrat"/>
              </a:rPr>
              <a:t>There are no obvious trend of a certain type of Neglect occurring in a specific season. </a:t>
            </a:r>
            <a:endParaRPr sz="1600">
              <a:solidFill>
                <a:schemeClr val="dk2"/>
              </a:solidFill>
              <a:latin typeface="Montserrat"/>
              <a:ea typeface="Montserrat"/>
              <a:cs typeface="Montserrat"/>
              <a:sym typeface="Montserrat"/>
            </a:endParaRPr>
          </a:p>
          <a:p>
            <a:pPr marL="0" lvl="0" indent="0" algn="l" rtl="0">
              <a:spcBef>
                <a:spcPts val="0"/>
              </a:spcBef>
              <a:spcAft>
                <a:spcPts val="0"/>
              </a:spcAft>
              <a:buNone/>
            </a:pPr>
            <a:endParaRPr sz="1600">
              <a:solidFill>
                <a:schemeClr val="dk2"/>
              </a:solidFill>
              <a:latin typeface="Montserrat"/>
              <a:ea typeface="Montserrat"/>
              <a:cs typeface="Montserrat"/>
              <a:sym typeface="Montserrat"/>
            </a:endParaRPr>
          </a:p>
        </p:txBody>
      </p:sp>
      <p:pic>
        <p:nvPicPr>
          <p:cNvPr id="1091" name="Google Shape;1091;p135" title="Screenshot 2025-03-26 at 12.25.54 AM.png"/>
          <p:cNvPicPr preferRelativeResize="0"/>
          <p:nvPr/>
        </p:nvPicPr>
        <p:blipFill rotWithShape="1">
          <a:blip r:embed="rId1"/>
          <a:srcRect r="19884"/>
          <a:stretch>
            <a:fillRect/>
          </a:stretch>
        </p:blipFill>
        <p:spPr>
          <a:xfrm>
            <a:off x="306450" y="946450"/>
            <a:ext cx="5040225" cy="3926799"/>
          </a:xfrm>
          <a:prstGeom prst="rect">
            <a:avLst/>
          </a:prstGeom>
          <a:noFill/>
          <a:ln>
            <a:noFill/>
          </a:ln>
        </p:spPr>
      </p:pic>
      <p:pic>
        <p:nvPicPr>
          <p:cNvPr id="1092" name="Google Shape;1092;p135" title="Screenshot 2025-03-26 at 12.25.54 AM.png"/>
          <p:cNvPicPr preferRelativeResize="0"/>
          <p:nvPr/>
        </p:nvPicPr>
        <p:blipFill rotWithShape="1">
          <a:blip r:embed="rId1"/>
          <a:srcRect l="80938" t="41173" b="42898"/>
          <a:stretch>
            <a:fillRect/>
          </a:stretch>
        </p:blipFill>
        <p:spPr>
          <a:xfrm>
            <a:off x="3613200" y="946450"/>
            <a:ext cx="1733473" cy="9042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096" name="Shape 1096"/>
        <p:cNvGrpSpPr/>
        <p:nvPr/>
      </p:nvGrpSpPr>
      <p:grpSpPr>
        <a:xfrm>
          <a:off x="0" y="0"/>
          <a:ext cx="0" cy="0"/>
          <a:chOff x="0" y="0"/>
          <a:chExt cx="0" cy="0"/>
        </a:xfrm>
      </p:grpSpPr>
      <p:sp>
        <p:nvSpPr>
          <p:cNvPr id="1097" name="Google Shape;1097;p136"/>
          <p:cNvSpPr txBox="1"/>
          <p:nvPr/>
        </p:nvSpPr>
        <p:spPr>
          <a:xfrm>
            <a:off x="306450" y="484750"/>
            <a:ext cx="8616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
                <a:solidFill>
                  <a:schemeClr val="dk1"/>
                </a:solidFill>
                <a:latin typeface="Montserrat"/>
                <a:ea typeface="Montserrat"/>
                <a:cs typeface="Montserrat"/>
                <a:sym typeface="Montserrat"/>
              </a:rPr>
              <a:t>Neglect &amp; Mandatory Investigation </a:t>
            </a:r>
            <a:endParaRPr sz="1800">
              <a:solidFill>
                <a:schemeClr val="dk1"/>
              </a:solidFill>
              <a:latin typeface="Montserrat"/>
              <a:ea typeface="Montserrat"/>
              <a:cs typeface="Montserrat"/>
              <a:sym typeface="Montserrat"/>
            </a:endParaRPr>
          </a:p>
        </p:txBody>
      </p:sp>
      <p:sp>
        <p:nvSpPr>
          <p:cNvPr id="1098" name="Google Shape;1098;p136"/>
          <p:cNvSpPr txBox="1"/>
          <p:nvPr/>
        </p:nvSpPr>
        <p:spPr>
          <a:xfrm>
            <a:off x="5481300" y="1143825"/>
            <a:ext cx="3586500" cy="331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2"/>
                </a:solidFill>
                <a:latin typeface="Montserrat"/>
                <a:ea typeface="Montserrat"/>
                <a:cs typeface="Montserrat"/>
                <a:sym typeface="Montserrat"/>
              </a:rPr>
              <a:t>Neglect is also the primary category with the most mandatory investigation, with most of them being failure to provide medical management and failure to provide needed supervision. Hence, these two categories might be something we want to </a:t>
            </a:r>
            <a:r>
              <a:rPr lang="en-GB" sz="1600">
                <a:solidFill>
                  <a:schemeClr val="dk2"/>
                </a:solidFill>
                <a:latin typeface="Montserrat"/>
                <a:ea typeface="Montserrat"/>
                <a:cs typeface="Montserrat"/>
                <a:sym typeface="Montserrat"/>
              </a:rPr>
              <a:t>focus</a:t>
            </a:r>
            <a:r>
              <a:rPr lang="en-GB" sz="1600">
                <a:solidFill>
                  <a:schemeClr val="dk2"/>
                </a:solidFill>
                <a:latin typeface="Montserrat"/>
                <a:ea typeface="Montserrat"/>
                <a:cs typeface="Montserrat"/>
                <a:sym typeface="Montserrat"/>
              </a:rPr>
              <a:t> on and try to avoid.</a:t>
            </a:r>
            <a:endParaRPr sz="1600">
              <a:solidFill>
                <a:schemeClr val="dk2"/>
              </a:solidFill>
              <a:latin typeface="Montserrat"/>
              <a:ea typeface="Montserrat"/>
              <a:cs typeface="Montserrat"/>
              <a:sym typeface="Montserrat"/>
            </a:endParaRPr>
          </a:p>
        </p:txBody>
      </p:sp>
      <p:pic>
        <p:nvPicPr>
          <p:cNvPr id="1099" name="Google Shape;1099;p136" title="Screenshot 2025-03-28 at 1.45.29 PM.png"/>
          <p:cNvPicPr preferRelativeResize="0"/>
          <p:nvPr/>
        </p:nvPicPr>
        <p:blipFill rotWithShape="1">
          <a:blip r:embed="rId1"/>
          <a:srcRect r="20019"/>
          <a:stretch>
            <a:fillRect/>
          </a:stretch>
        </p:blipFill>
        <p:spPr>
          <a:xfrm>
            <a:off x="246750" y="946450"/>
            <a:ext cx="4963000" cy="3841401"/>
          </a:xfrm>
          <a:prstGeom prst="rect">
            <a:avLst/>
          </a:prstGeom>
          <a:noFill/>
          <a:ln>
            <a:noFill/>
          </a:ln>
        </p:spPr>
      </p:pic>
      <p:pic>
        <p:nvPicPr>
          <p:cNvPr id="1100" name="Google Shape;1100;p136" title="Screenshot 2025-03-28 at 1.45.29 PM.png"/>
          <p:cNvPicPr preferRelativeResize="0"/>
          <p:nvPr/>
        </p:nvPicPr>
        <p:blipFill rotWithShape="1">
          <a:blip r:embed="rId1"/>
          <a:srcRect l="80059" t="33404" b="50376"/>
          <a:stretch>
            <a:fillRect/>
          </a:stretch>
        </p:blipFill>
        <p:spPr>
          <a:xfrm>
            <a:off x="3934225" y="1268651"/>
            <a:ext cx="1237427" cy="5631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104" name="Shape 1104"/>
        <p:cNvGrpSpPr/>
        <p:nvPr/>
      </p:nvGrpSpPr>
      <p:grpSpPr>
        <a:xfrm>
          <a:off x="0" y="0"/>
          <a:ext cx="0" cy="0"/>
          <a:chOff x="0" y="0"/>
          <a:chExt cx="0" cy="0"/>
        </a:xfrm>
      </p:grpSpPr>
      <p:sp>
        <p:nvSpPr>
          <p:cNvPr id="1105" name="Google Shape;1105;p137"/>
          <p:cNvSpPr txBox="1"/>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a:t>Abuse</a:t>
            </a:r>
            <a:endParaRPr lang="en-GB"/>
          </a:p>
        </p:txBody>
      </p:sp>
      <p:sp>
        <p:nvSpPr>
          <p:cNvPr id="1" name="Subtitle 0"/>
          <p:cNvSpPr/>
          <p:nvPr>
            <p:ph type="subTitle" idx="1"/>
          </p:nvPr>
        </p:nvSpPr>
        <p:spPr/>
        <p:txBody>
          <a:bodyPr/>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110" name="Shape 1110"/>
        <p:cNvGrpSpPr/>
        <p:nvPr/>
      </p:nvGrpSpPr>
      <p:grpSpPr>
        <a:xfrm>
          <a:off x="0" y="0"/>
          <a:ext cx="0" cy="0"/>
          <a:chOff x="0" y="0"/>
          <a:chExt cx="0" cy="0"/>
        </a:xfrm>
      </p:grpSpPr>
      <p:sp>
        <p:nvSpPr>
          <p:cNvPr id="1111" name="Google Shape;1111;p138"/>
          <p:cNvSpPr txBox="1"/>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Basic Abuse Numbers</a:t>
            </a:r>
            <a:endParaRPr lang="en-GB"/>
          </a:p>
        </p:txBody>
      </p:sp>
      <p:sp>
        <p:nvSpPr>
          <p:cNvPr id="1112" name="Google Shape;1112;p138"/>
          <p:cNvSpPr txBox="1"/>
          <p:nvPr>
            <p:ph type="subTitle" idx="1"/>
          </p:nvPr>
        </p:nvSpPr>
        <p:spPr>
          <a:xfrm>
            <a:off x="4003800" y="1144213"/>
            <a:ext cx="2459100" cy="137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90204"/>
              <a:buNone/>
            </a:pPr>
            <a:r>
              <a:rPr lang="en-GB"/>
              <a:t>Secondary Category :</a:t>
            </a:r>
            <a:endParaRPr lang="en-GB"/>
          </a:p>
          <a:p>
            <a:pPr marL="0" lvl="0" indent="0" algn="l" rtl="0">
              <a:spcBef>
                <a:spcPts val="1000"/>
              </a:spcBef>
              <a:spcAft>
                <a:spcPts val="0"/>
              </a:spcAft>
              <a:buClr>
                <a:schemeClr val="dk1"/>
              </a:buClr>
              <a:buSzPts val="1100"/>
              <a:buFont typeface="Arial" panose="020B0604020202090204"/>
              <a:buNone/>
            </a:pPr>
            <a:r>
              <a:rPr lang="en-GB"/>
              <a:t>Psychological    35</a:t>
            </a:r>
            <a:endParaRPr lang="en-GB"/>
          </a:p>
          <a:p>
            <a:pPr marL="0" lvl="0" indent="0" algn="l" rtl="0">
              <a:spcBef>
                <a:spcPts val="1000"/>
              </a:spcBef>
              <a:spcAft>
                <a:spcPts val="0"/>
              </a:spcAft>
              <a:buClr>
                <a:schemeClr val="dk1"/>
              </a:buClr>
              <a:buSzPts val="1100"/>
              <a:buFont typeface="Arial" panose="020B0604020202090204"/>
              <a:buNone/>
            </a:pPr>
            <a:r>
              <a:rPr lang="en-GB"/>
              <a:t>Physical         11</a:t>
            </a:r>
            <a:endParaRPr lang="en-GB"/>
          </a:p>
          <a:p>
            <a:pPr marL="0" lvl="0" indent="0" algn="l" rtl="0">
              <a:spcBef>
                <a:spcPts val="1000"/>
              </a:spcBef>
              <a:spcAft>
                <a:spcPts val="0"/>
              </a:spcAft>
              <a:buClr>
                <a:schemeClr val="dk1"/>
              </a:buClr>
              <a:buSzPts val="1100"/>
              <a:buFont typeface="Arial" panose="020B0604020202090204"/>
              <a:buNone/>
            </a:pPr>
            <a:r>
              <a:rPr lang="en-GB"/>
              <a:t>Seclusion         1</a:t>
            </a:r>
            <a:endParaRPr lang="en-GB"/>
          </a:p>
          <a:p>
            <a:pPr marL="0" lvl="0" indent="0" algn="l" rtl="0">
              <a:spcBef>
                <a:spcPts val="1000"/>
              </a:spcBef>
              <a:spcAft>
                <a:spcPts val="1000"/>
              </a:spcAft>
              <a:buNone/>
            </a:pPr>
          </a:p>
        </p:txBody>
      </p:sp>
      <p:pic>
        <p:nvPicPr>
          <p:cNvPr id="1113" name="Google Shape;1113;p138" title="abuse pie.png"/>
          <p:cNvPicPr preferRelativeResize="0"/>
          <p:nvPr/>
        </p:nvPicPr>
        <p:blipFill rotWithShape="1">
          <a:blip r:embed="rId1"/>
          <a:srcRect/>
          <a:stretch>
            <a:fillRect/>
          </a:stretch>
        </p:blipFill>
        <p:spPr>
          <a:xfrm>
            <a:off x="233575" y="1719275"/>
            <a:ext cx="3403000" cy="2552275"/>
          </a:xfrm>
          <a:prstGeom prst="rect">
            <a:avLst/>
          </a:prstGeom>
          <a:noFill/>
          <a:ln w="19050" cap="flat" cmpd="sng">
            <a:solidFill>
              <a:schemeClr val="dk2"/>
            </a:solidFill>
            <a:prstDash val="solid"/>
            <a:round/>
            <a:headEnd type="none" w="sm" len="sm"/>
            <a:tailEnd type="none" w="sm" len="sm"/>
          </a:ln>
        </p:spPr>
      </p:pic>
      <p:pic>
        <p:nvPicPr>
          <p:cNvPr id="1114" name="Google Shape;1114;p138" title="abuse table.png"/>
          <p:cNvPicPr preferRelativeResize="0"/>
          <p:nvPr/>
        </p:nvPicPr>
        <p:blipFill>
          <a:blip r:embed="rId2"/>
          <a:stretch>
            <a:fillRect/>
          </a:stretch>
        </p:blipFill>
        <p:spPr>
          <a:xfrm>
            <a:off x="6153325" y="712851"/>
            <a:ext cx="2851100" cy="1781925"/>
          </a:xfrm>
          <a:prstGeom prst="rect">
            <a:avLst/>
          </a:prstGeom>
          <a:noFill/>
          <a:ln w="19050" cap="flat" cmpd="sng">
            <a:solidFill>
              <a:schemeClr val="dk2"/>
            </a:solidFill>
            <a:prstDash val="solid"/>
            <a:round/>
            <a:headEnd type="none" w="sm" len="sm"/>
            <a:tailEnd type="none" w="sm" len="sm"/>
          </a:ln>
        </p:spPr>
      </p:pic>
      <p:sp>
        <p:nvSpPr>
          <p:cNvPr id="1115" name="Google Shape;1115;p138"/>
          <p:cNvSpPr txBox="1"/>
          <p:nvPr/>
        </p:nvSpPr>
        <p:spPr>
          <a:xfrm>
            <a:off x="3728150" y="2814800"/>
            <a:ext cx="46104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2"/>
                </a:solidFill>
                <a:latin typeface="Montserrat"/>
                <a:ea typeface="Montserrat"/>
                <a:cs typeface="Montserrat"/>
                <a:sym typeface="Montserrat"/>
              </a:rPr>
              <a:t>No strong evidence that abuse differs by need level, but </a:t>
            </a:r>
            <a:r>
              <a:rPr lang="en-GB" sz="1300" b="1">
                <a:solidFill>
                  <a:schemeClr val="dk2"/>
                </a:solidFill>
                <a:latin typeface="Montserrat"/>
                <a:ea typeface="Montserrat"/>
                <a:cs typeface="Montserrat"/>
                <a:sym typeface="Montserrat"/>
              </a:rPr>
              <a:t>limited power to that statement, as we don’t have tons of data</a:t>
            </a:r>
            <a:endParaRPr sz="1300" b="1">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119" name="Shape 1119"/>
        <p:cNvGrpSpPr/>
        <p:nvPr/>
      </p:nvGrpSpPr>
      <p:grpSpPr>
        <a:xfrm>
          <a:off x="0" y="0"/>
          <a:ext cx="0" cy="0"/>
          <a:chOff x="0" y="0"/>
          <a:chExt cx="0" cy="0"/>
        </a:xfrm>
      </p:grpSpPr>
      <p:sp>
        <p:nvSpPr>
          <p:cNvPr id="1120" name="Google Shape;1120;p139"/>
          <p:cNvSpPr txBox="1"/>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Abuse Reports over Time</a:t>
            </a:r>
            <a:endParaRPr lang="en-GB"/>
          </a:p>
        </p:txBody>
      </p:sp>
      <p:pic>
        <p:nvPicPr>
          <p:cNvPr id="1121" name="Google Shape;1121;p139" title="abuse meier.png"/>
          <p:cNvPicPr preferRelativeResize="0"/>
          <p:nvPr/>
        </p:nvPicPr>
        <p:blipFill>
          <a:blip r:embed="rId1"/>
          <a:stretch>
            <a:fillRect/>
          </a:stretch>
        </p:blipFill>
        <p:spPr>
          <a:xfrm>
            <a:off x="475925" y="1095175"/>
            <a:ext cx="4725050" cy="2953150"/>
          </a:xfrm>
          <a:prstGeom prst="rect">
            <a:avLst/>
          </a:prstGeom>
          <a:noFill/>
          <a:ln w="19050" cap="flat" cmpd="sng">
            <a:solidFill>
              <a:schemeClr val="dk2"/>
            </a:solidFill>
            <a:prstDash val="solid"/>
            <a:round/>
            <a:headEnd type="none" w="sm" len="sm"/>
            <a:tailEnd type="none" w="sm" len="sm"/>
          </a:ln>
        </p:spPr>
      </p:pic>
      <p:sp>
        <p:nvSpPr>
          <p:cNvPr id="1122" name="Google Shape;1122;p139"/>
          <p:cNvSpPr txBox="1"/>
          <p:nvPr/>
        </p:nvSpPr>
        <p:spPr>
          <a:xfrm>
            <a:off x="5653625" y="1213975"/>
            <a:ext cx="3495300" cy="218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latin typeface="Montserrat"/>
                <a:ea typeface="Montserrat"/>
                <a:cs typeface="Montserrat"/>
                <a:sym typeface="Montserrat"/>
              </a:rPr>
              <a:t>No strong evidence that reporting time differs by type of Abuse.</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r>
              <a:rPr lang="en-GB" sz="1300">
                <a:solidFill>
                  <a:schemeClr val="dk1"/>
                </a:solidFill>
                <a:latin typeface="Montserrat"/>
                <a:ea typeface="Montserrat"/>
                <a:cs typeface="Montserrat"/>
                <a:sym typeface="Montserrat"/>
              </a:rPr>
              <a:t>This also holds for year, as we cannot say there is a trend in reporting time by year.</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GB" sz="1300" b="1">
                <a:solidFill>
                  <a:schemeClr val="dk1"/>
                </a:solidFill>
                <a:latin typeface="Montserrat"/>
                <a:ea typeface="Montserrat"/>
                <a:cs typeface="Montserrat"/>
                <a:sym typeface="Montserrat"/>
              </a:rPr>
              <a:t>These conclusions are greatly influenced by the very limited amount of cases over the 3-year period.</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
        <p:nvSpPr>
          <p:cNvPr id="1123" name="Google Shape;1123;p139"/>
          <p:cNvSpPr txBox="1"/>
          <p:nvPr/>
        </p:nvSpPr>
        <p:spPr>
          <a:xfrm>
            <a:off x="5661650" y="2894850"/>
            <a:ext cx="3487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Montserrat"/>
              <a:ea typeface="Montserrat"/>
              <a:cs typeface="Montserrat"/>
              <a:sym typeface="Montserrat"/>
            </a:endParaRPr>
          </a:p>
        </p:txBody>
      </p:sp>
      <p:sp>
        <p:nvSpPr>
          <p:cNvPr id="1124" name="Google Shape;1124;p139"/>
          <p:cNvSpPr txBox="1"/>
          <p:nvPr/>
        </p:nvSpPr>
        <p:spPr>
          <a:xfrm>
            <a:off x="475950" y="4235400"/>
            <a:ext cx="47250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latin typeface="Montserrat"/>
                <a:ea typeface="Montserrat"/>
                <a:cs typeface="Montserrat"/>
                <a:sym typeface="Montserrat"/>
              </a:rPr>
              <a:t>Elapsed time, between </a:t>
            </a:r>
            <a:r>
              <a:rPr lang="en-GB" sz="1300">
                <a:solidFill>
                  <a:schemeClr val="dk1"/>
                </a:solidFill>
                <a:latin typeface="Montserrat"/>
                <a:ea typeface="Montserrat"/>
                <a:cs typeface="Montserrat"/>
                <a:sym typeface="Montserrat"/>
              </a:rPr>
              <a:t>occurrence</a:t>
            </a:r>
            <a:r>
              <a:rPr lang="en-GB" sz="1300">
                <a:solidFill>
                  <a:schemeClr val="dk1"/>
                </a:solidFill>
                <a:latin typeface="Montserrat"/>
                <a:ea typeface="Montserrat"/>
                <a:cs typeface="Montserrat"/>
                <a:sym typeface="Montserrat"/>
              </a:rPr>
              <a:t> and report, of abuse, </a:t>
            </a:r>
            <a:r>
              <a:rPr lang="en-GB" sz="1300" b="1">
                <a:solidFill>
                  <a:schemeClr val="dk1"/>
                </a:solidFill>
                <a:latin typeface="Montserrat"/>
                <a:ea typeface="Montserrat"/>
                <a:cs typeface="Montserrat"/>
                <a:sym typeface="Montserrat"/>
              </a:rPr>
              <a:t>only of incidents of abuse that were reported</a:t>
            </a:r>
            <a:endParaRPr sz="1800">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128" name="Shape 1128"/>
        <p:cNvGrpSpPr/>
        <p:nvPr/>
      </p:nvGrpSpPr>
      <p:grpSpPr>
        <a:xfrm>
          <a:off x="0" y="0"/>
          <a:ext cx="0" cy="0"/>
          <a:chOff x="0" y="0"/>
          <a:chExt cx="0" cy="0"/>
        </a:xfrm>
      </p:grpSpPr>
      <p:sp>
        <p:nvSpPr>
          <p:cNvPr id="1129" name="Google Shape;1129;p140"/>
          <p:cNvSpPr txBox="1"/>
          <p:nvPr>
            <p:ph type="title"/>
          </p:nvPr>
        </p:nvSpPr>
        <p:spPr>
          <a:xfrm>
            <a:off x="713225" y="445025"/>
            <a:ext cx="56799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Abuse Investigations over Time</a:t>
            </a:r>
            <a:endParaRPr lang="en-GB"/>
          </a:p>
        </p:txBody>
      </p:sp>
      <p:pic>
        <p:nvPicPr>
          <p:cNvPr id="1130" name="Google Shape;1130;p140" title="full time abuse.png"/>
          <p:cNvPicPr preferRelativeResize="0"/>
          <p:nvPr/>
        </p:nvPicPr>
        <p:blipFill rotWithShape="1">
          <a:blip r:embed="rId1"/>
          <a:srcRect/>
          <a:stretch>
            <a:fillRect/>
          </a:stretch>
        </p:blipFill>
        <p:spPr>
          <a:xfrm>
            <a:off x="475950" y="1119325"/>
            <a:ext cx="4725050" cy="2953150"/>
          </a:xfrm>
          <a:prstGeom prst="rect">
            <a:avLst/>
          </a:prstGeom>
          <a:noFill/>
          <a:ln w="19050" cap="flat" cmpd="sng">
            <a:solidFill>
              <a:schemeClr val="dk2"/>
            </a:solidFill>
            <a:prstDash val="solid"/>
            <a:round/>
            <a:headEnd type="none" w="sm" len="sm"/>
            <a:tailEnd type="none" w="sm" len="sm"/>
          </a:ln>
        </p:spPr>
      </p:pic>
      <p:sp>
        <p:nvSpPr>
          <p:cNvPr id="1131" name="Google Shape;1131;p140"/>
          <p:cNvSpPr txBox="1"/>
          <p:nvPr/>
        </p:nvSpPr>
        <p:spPr>
          <a:xfrm>
            <a:off x="5653625" y="1213975"/>
            <a:ext cx="3495300" cy="218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latin typeface="Montserrat"/>
                <a:ea typeface="Montserrat"/>
                <a:cs typeface="Montserrat"/>
                <a:sym typeface="Montserrat"/>
              </a:rPr>
              <a:t>No strong evidence that investigation time differs by type of Abuse. </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GB" sz="1300">
                <a:solidFill>
                  <a:schemeClr val="dk1"/>
                </a:solidFill>
                <a:latin typeface="Montserrat"/>
                <a:ea typeface="Montserrat"/>
                <a:cs typeface="Montserrat"/>
                <a:sym typeface="Montserrat"/>
              </a:rPr>
              <a:t>This also holds for year, as we cannot say there is a trend in investigation time by year. </a:t>
            </a:r>
            <a:endParaRPr sz="1300">
              <a:solidFill>
                <a:schemeClr val="dk1"/>
              </a:solidFill>
              <a:latin typeface="Montserrat"/>
              <a:ea typeface="Montserrat"/>
              <a:cs typeface="Montserrat"/>
              <a:sym typeface="Montserrat"/>
            </a:endParaRPr>
          </a:p>
          <a:p>
            <a:pPr marL="0" lvl="0" indent="0" algn="l" rtl="0">
              <a:spcBef>
                <a:spcPts val="0"/>
              </a:spcBef>
              <a:spcAft>
                <a:spcPts val="0"/>
              </a:spcAft>
              <a:buNone/>
            </a:pPr>
            <a:r>
              <a:rPr lang="en-GB" sz="1300" b="1">
                <a:solidFill>
                  <a:schemeClr val="dk1"/>
                </a:solidFill>
                <a:latin typeface="Montserrat"/>
                <a:ea typeface="Montserrat"/>
                <a:cs typeface="Montserrat"/>
                <a:sym typeface="Montserrat"/>
              </a:rPr>
              <a:t>These conclusions are greatly influenced by the very limited amount of cases over the 3-year period.</a:t>
            </a:r>
            <a:endParaRPr sz="1300" b="1">
              <a:solidFill>
                <a:schemeClr val="dk1"/>
              </a:solidFill>
              <a:latin typeface="Montserrat"/>
              <a:ea typeface="Montserrat"/>
              <a:cs typeface="Montserrat"/>
              <a:sym typeface="Montserrat"/>
            </a:endParaRPr>
          </a:p>
          <a:p>
            <a:pPr marL="0" lvl="0" indent="0" algn="l" rtl="0">
              <a:spcBef>
                <a:spcPts val="0"/>
              </a:spcBef>
              <a:spcAft>
                <a:spcPts val="0"/>
              </a:spcAft>
              <a:buNone/>
            </a:pPr>
            <a:endParaRPr sz="1300">
              <a:solidFill>
                <a:schemeClr val="dk1"/>
              </a:solidFill>
              <a:latin typeface="Montserrat"/>
              <a:ea typeface="Montserrat"/>
              <a:cs typeface="Montserrat"/>
              <a:sym typeface="Montserrat"/>
            </a:endParaRPr>
          </a:p>
        </p:txBody>
      </p:sp>
      <p:sp>
        <p:nvSpPr>
          <p:cNvPr id="1132" name="Google Shape;1132;p140"/>
          <p:cNvSpPr txBox="1"/>
          <p:nvPr/>
        </p:nvSpPr>
        <p:spPr>
          <a:xfrm>
            <a:off x="5661650" y="2894850"/>
            <a:ext cx="3487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latin typeface="Montserrat"/>
              <a:ea typeface="Montserrat"/>
              <a:cs typeface="Montserrat"/>
              <a:sym typeface="Montserrat"/>
            </a:endParaRPr>
          </a:p>
        </p:txBody>
      </p:sp>
      <p:sp>
        <p:nvSpPr>
          <p:cNvPr id="1133" name="Google Shape;1133;p140"/>
          <p:cNvSpPr txBox="1"/>
          <p:nvPr/>
        </p:nvSpPr>
        <p:spPr>
          <a:xfrm>
            <a:off x="475950" y="4235400"/>
            <a:ext cx="51138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300">
                <a:solidFill>
                  <a:schemeClr val="dk1"/>
                </a:solidFill>
                <a:latin typeface="Montserrat"/>
                <a:ea typeface="Montserrat"/>
                <a:cs typeface="Montserrat"/>
                <a:sym typeface="Montserrat"/>
              </a:rPr>
              <a:t>Elapsed time, between start and end of investigation, of abuse, </a:t>
            </a:r>
            <a:r>
              <a:rPr lang="en-GB" sz="1300" b="1">
                <a:solidFill>
                  <a:schemeClr val="dk1"/>
                </a:solidFill>
                <a:latin typeface="Montserrat"/>
                <a:ea typeface="Montserrat"/>
                <a:cs typeface="Montserrat"/>
                <a:sym typeface="Montserrat"/>
              </a:rPr>
              <a:t>only of incidents of abuse that were reported</a:t>
            </a:r>
            <a:endParaRPr sz="1800">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137" name="Shape 1137"/>
        <p:cNvGrpSpPr/>
        <p:nvPr/>
      </p:nvGrpSpPr>
      <p:grpSpPr>
        <a:xfrm>
          <a:off x="0" y="0"/>
          <a:ext cx="0" cy="0"/>
          <a:chOff x="0" y="0"/>
          <a:chExt cx="0" cy="0"/>
        </a:xfrm>
      </p:grpSpPr>
      <p:sp>
        <p:nvSpPr>
          <p:cNvPr id="1138" name="Google Shape;1138;p141"/>
          <p:cNvSpPr txBox="1"/>
          <p:nvPr>
            <p:ph type="subTitle" idx="1"/>
          </p:nvPr>
        </p:nvSpPr>
        <p:spPr>
          <a:xfrm>
            <a:off x="-75125" y="289900"/>
            <a:ext cx="6514500" cy="5778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GB" sz="2300" b="1"/>
              <a:t>Overview of Less Common Incidents</a:t>
            </a:r>
            <a:endParaRPr sz="2300" b="1"/>
          </a:p>
        </p:txBody>
      </p:sp>
      <p:sp>
        <p:nvSpPr>
          <p:cNvPr id="1139" name="Google Shape;1139;p141"/>
          <p:cNvSpPr txBox="1"/>
          <p:nvPr/>
        </p:nvSpPr>
        <p:spPr>
          <a:xfrm>
            <a:off x="347525" y="992800"/>
            <a:ext cx="8311500" cy="363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b="1">
                <a:solidFill>
                  <a:schemeClr val="dk1"/>
                </a:solidFill>
                <a:latin typeface="Montserrat"/>
                <a:ea typeface="Montserrat"/>
                <a:cs typeface="Montserrat"/>
                <a:sym typeface="Montserrat"/>
              </a:rPr>
              <a:t>Rights Violation (5 cases)</a:t>
            </a:r>
            <a:r>
              <a:rPr lang="en-GB">
                <a:solidFill>
                  <a:schemeClr val="dk1"/>
                </a:solidFill>
                <a:latin typeface="Montserrat"/>
                <a:ea typeface="Montserrat"/>
                <a:cs typeface="Montserrat"/>
                <a:sym typeface="Montserrat"/>
              </a:rPr>
              <a:t> :</a:t>
            </a:r>
            <a:endParaRPr>
              <a:solidFill>
                <a:schemeClr val="dk1"/>
              </a:solidFill>
              <a:latin typeface="Montserrat"/>
              <a:ea typeface="Montserrat"/>
              <a:cs typeface="Montserrat"/>
              <a:sym typeface="Montserrat"/>
            </a:endParaRPr>
          </a:p>
          <a:p>
            <a:pPr marL="0" lvl="0" indent="457200" algn="l" rtl="0">
              <a:spcBef>
                <a:spcPts val="0"/>
              </a:spcBef>
              <a:spcAft>
                <a:spcPts val="0"/>
              </a:spcAft>
              <a:buClr>
                <a:schemeClr val="dk1"/>
              </a:buClr>
              <a:buSzPts val="1100"/>
              <a:buFont typeface="Arial" panose="020B0604020202090204"/>
              <a:buNone/>
            </a:pPr>
            <a:r>
              <a:rPr lang="en-GB">
                <a:solidFill>
                  <a:schemeClr val="dk1"/>
                </a:solidFill>
                <a:latin typeface="Montserrat"/>
                <a:ea typeface="Montserrat"/>
                <a:cs typeface="Montserrat"/>
                <a:sym typeface="Montserrat"/>
              </a:rPr>
              <a:t>Service &amp; privacy issues, mid-range needs levels (2-4), investigations took 2-15 days.</a:t>
            </a:r>
            <a:br>
              <a:rPr lang="en-GB">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GB" b="1">
                <a:solidFill>
                  <a:schemeClr val="dk1"/>
                </a:solidFill>
                <a:latin typeface="Montserrat"/>
                <a:ea typeface="Montserrat"/>
                <a:cs typeface="Montserrat"/>
                <a:sym typeface="Montserrat"/>
              </a:rPr>
              <a:t>Law Enforcement Activity (4 cases)</a:t>
            </a:r>
            <a:r>
              <a:rPr lang="en-GB">
                <a:solidFill>
                  <a:schemeClr val="dk1"/>
                </a:solidFill>
                <a:latin typeface="Montserrat"/>
                <a:ea typeface="Montserrat"/>
                <a:cs typeface="Montserrat"/>
                <a:sym typeface="Montserrat"/>
              </a:rPr>
              <a:t>:</a:t>
            </a:r>
            <a:endParaRPr>
              <a:solidFill>
                <a:schemeClr val="dk1"/>
              </a:solidFill>
              <a:latin typeface="Montserrat"/>
              <a:ea typeface="Montserrat"/>
              <a:cs typeface="Montserrat"/>
              <a:sym typeface="Montserrat"/>
            </a:endParaRPr>
          </a:p>
          <a:p>
            <a:pPr marL="0" lvl="0" indent="457200" algn="l" rtl="0">
              <a:spcBef>
                <a:spcPts val="0"/>
              </a:spcBef>
              <a:spcAft>
                <a:spcPts val="0"/>
              </a:spcAft>
              <a:buClr>
                <a:schemeClr val="dk1"/>
              </a:buClr>
              <a:buSzPts val="1100"/>
              <a:buFont typeface="Arial" panose="020B0604020202090204"/>
              <a:buNone/>
            </a:pPr>
            <a:r>
              <a:rPr lang="en-GB">
                <a:solidFill>
                  <a:schemeClr val="dk1"/>
                </a:solidFill>
                <a:latin typeface="Montserrat"/>
                <a:ea typeface="Montserrat"/>
                <a:cs typeface="Montserrat"/>
                <a:sym typeface="Montserrat"/>
              </a:rPr>
              <a:t>All cases involve one person (Needs Level 7), handled externally.</a:t>
            </a:r>
            <a:br>
              <a:rPr lang="en-GB">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GB" b="1">
                <a:solidFill>
                  <a:schemeClr val="dk1"/>
                </a:solidFill>
                <a:latin typeface="Montserrat"/>
                <a:ea typeface="Montserrat"/>
                <a:cs typeface="Montserrat"/>
                <a:sym typeface="Montserrat"/>
              </a:rPr>
              <a:t>Site Closure (3 cases)</a:t>
            </a:r>
            <a:r>
              <a:rPr lang="en-GB">
                <a:solidFill>
                  <a:schemeClr val="dk1"/>
                </a:solidFill>
                <a:latin typeface="Montserrat"/>
                <a:ea typeface="Montserrat"/>
                <a:cs typeface="Montserrat"/>
                <a:sym typeface="Montserrat"/>
              </a:rPr>
              <a:t>:</a:t>
            </a:r>
            <a:endParaRPr>
              <a:solidFill>
                <a:schemeClr val="dk1"/>
              </a:solidFill>
              <a:latin typeface="Montserrat"/>
              <a:ea typeface="Montserrat"/>
              <a:cs typeface="Montserrat"/>
              <a:sym typeface="Montserrat"/>
            </a:endParaRPr>
          </a:p>
          <a:p>
            <a:pPr marL="0" lvl="0" indent="457200" algn="l" rtl="0">
              <a:spcBef>
                <a:spcPts val="0"/>
              </a:spcBef>
              <a:spcAft>
                <a:spcPts val="0"/>
              </a:spcAft>
              <a:buClr>
                <a:schemeClr val="dk1"/>
              </a:buClr>
              <a:buSzPts val="1100"/>
              <a:buFont typeface="Arial" panose="020B0604020202090204"/>
              <a:buNone/>
            </a:pPr>
            <a:r>
              <a:rPr lang="en-GB">
                <a:solidFill>
                  <a:schemeClr val="dk1"/>
                </a:solidFill>
                <a:latin typeface="Montserrat"/>
                <a:ea typeface="Montserrat"/>
                <a:cs typeface="Montserrat"/>
                <a:sym typeface="Montserrat"/>
              </a:rPr>
              <a:t>Mostly loss of utilities, no follow-up investigations.</a:t>
            </a:r>
            <a:br>
              <a:rPr lang="en-GB">
                <a:solidFill>
                  <a:schemeClr val="dk1"/>
                </a:solidFill>
                <a:latin typeface="Montserrat"/>
                <a:ea typeface="Montserrat"/>
                <a:cs typeface="Montserrat"/>
                <a:sym typeface="Montserrat"/>
              </a:rPr>
            </a:b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GB" b="1">
                <a:solidFill>
                  <a:schemeClr val="dk1"/>
                </a:solidFill>
                <a:latin typeface="Montserrat"/>
                <a:ea typeface="Montserrat"/>
                <a:cs typeface="Montserrat"/>
                <a:sym typeface="Montserrat"/>
              </a:rPr>
              <a:t>Fire (1 case)</a:t>
            </a:r>
            <a:r>
              <a:rPr lang="en-GB">
                <a:solidFill>
                  <a:schemeClr val="dk1"/>
                </a:solidFill>
                <a:latin typeface="Montserrat"/>
                <a:ea typeface="Montserrat"/>
                <a:cs typeface="Montserrat"/>
                <a:sym typeface="Montserrat"/>
              </a:rPr>
              <a:t>:</a:t>
            </a:r>
            <a:endParaRPr>
              <a:solidFill>
                <a:schemeClr val="dk1"/>
              </a:solidFill>
              <a:latin typeface="Montserrat"/>
              <a:ea typeface="Montserrat"/>
              <a:cs typeface="Montserrat"/>
              <a:sym typeface="Montserrat"/>
            </a:endParaRPr>
          </a:p>
          <a:p>
            <a:pPr marL="0" lvl="0" indent="457200" algn="l" rtl="0">
              <a:spcBef>
                <a:spcPts val="0"/>
              </a:spcBef>
              <a:spcAft>
                <a:spcPts val="0"/>
              </a:spcAft>
              <a:buNone/>
            </a:pPr>
            <a:r>
              <a:rPr lang="en-GB">
                <a:solidFill>
                  <a:schemeClr val="dk1"/>
                </a:solidFill>
                <a:latin typeface="Montserrat"/>
                <a:ea typeface="Montserrat"/>
                <a:cs typeface="Montserrat"/>
                <a:sym typeface="Montserrat"/>
              </a:rPr>
              <a:t>Single occurrence, no recorded follow-up.</a:t>
            </a:r>
            <a:endParaRPr>
              <a:solidFill>
                <a:schemeClr val="dk1"/>
              </a:solidFill>
              <a:latin typeface="Montserrat"/>
              <a:ea typeface="Montserrat"/>
              <a:cs typeface="Montserrat"/>
              <a:sym typeface="Montserrat"/>
            </a:endParaRPr>
          </a:p>
          <a:p>
            <a:pPr marL="0" lvl="0" indent="0" algn="l" rtl="0">
              <a:spcBef>
                <a:spcPts val="0"/>
              </a:spcBef>
              <a:spcAft>
                <a:spcPts val="0"/>
              </a:spcAft>
              <a:buNone/>
            </a:pPr>
            <a:endParaRPr>
              <a:solidFill>
                <a:schemeClr val="dk1"/>
              </a:solidFill>
              <a:latin typeface="Montserrat"/>
              <a:ea typeface="Montserrat"/>
              <a:cs typeface="Montserrat"/>
              <a:sym typeface="Montserrat"/>
            </a:endParaRPr>
          </a:p>
          <a:p>
            <a:pPr marL="0" lvl="0" indent="0" algn="l" rtl="0">
              <a:spcBef>
                <a:spcPts val="0"/>
              </a:spcBef>
              <a:spcAft>
                <a:spcPts val="0"/>
              </a:spcAft>
              <a:buNone/>
            </a:pPr>
            <a:r>
              <a:rPr lang="en-GB" b="1">
                <a:solidFill>
                  <a:schemeClr val="dk1"/>
                </a:solidFill>
                <a:latin typeface="Montserrat"/>
                <a:ea typeface="Montserrat"/>
                <a:cs typeface="Montserrat"/>
                <a:sym typeface="Montserrat"/>
              </a:rPr>
              <a:t>Fisher's exact test:</a:t>
            </a:r>
            <a:endParaRPr b="1">
              <a:solidFill>
                <a:schemeClr val="dk1"/>
              </a:solidFill>
              <a:latin typeface="Montserrat"/>
              <a:ea typeface="Montserrat"/>
              <a:cs typeface="Montserrat"/>
              <a:sym typeface="Montserrat"/>
            </a:endParaRPr>
          </a:p>
          <a:p>
            <a:pPr marL="0" lvl="0" indent="0" algn="l" rtl="0">
              <a:spcBef>
                <a:spcPts val="0"/>
              </a:spcBef>
              <a:spcAft>
                <a:spcPts val="0"/>
              </a:spcAft>
              <a:buNone/>
            </a:pPr>
            <a:r>
              <a:rPr lang="en-GB" b="1">
                <a:solidFill>
                  <a:schemeClr val="dk1"/>
                </a:solidFill>
                <a:latin typeface="Montserrat"/>
                <a:ea typeface="Montserrat"/>
                <a:cs typeface="Montserrat"/>
                <a:sym typeface="Montserrat"/>
              </a:rPr>
              <a:t>	</a:t>
            </a:r>
            <a:r>
              <a:rPr lang="en-GB">
                <a:solidFill>
                  <a:schemeClr val="dk1"/>
                </a:solidFill>
                <a:latin typeface="Montserrat"/>
                <a:ea typeface="Montserrat"/>
                <a:cs typeface="Montserrat"/>
                <a:sym typeface="Montserrat"/>
              </a:rPr>
              <a:t>When having a Need Level of 7, it is more likely (5 : 79) to fell into one of the categories above than when it has a Need Level lower than 7 (9 : 524).  </a:t>
            </a:r>
            <a:endParaRPr>
              <a:solidFill>
                <a:schemeClr val="dk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panose="020B0604020202090204"/>
              <a:buNone/>
            </a:pPr>
            <a:endParaRPr>
              <a:solidFill>
                <a:schemeClr val="dk1"/>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143" name="Shape 1143"/>
        <p:cNvGrpSpPr/>
        <p:nvPr/>
      </p:nvGrpSpPr>
      <p:grpSpPr>
        <a:xfrm>
          <a:off x="0" y="0"/>
          <a:ext cx="0" cy="0"/>
          <a:chOff x="0" y="0"/>
          <a:chExt cx="0" cy="0"/>
        </a:xfrm>
      </p:grpSpPr>
      <p:sp>
        <p:nvSpPr>
          <p:cNvPr id="1144" name="Google Shape;1144;p142"/>
          <p:cNvSpPr txBox="1"/>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GB" sz="6500">
                <a:solidFill>
                  <a:schemeClr val="dk1"/>
                </a:solidFill>
                <a:latin typeface="Vidaloka"/>
                <a:ea typeface="Vidaloka"/>
                <a:cs typeface="Vidaloka"/>
                <a:sym typeface="Vidaloka"/>
              </a:rPr>
              <a:t>Thanks!</a:t>
            </a:r>
            <a:endParaRPr lang="en-GB" sz="6500">
              <a:solidFill>
                <a:schemeClr val="dk1"/>
              </a:solidFill>
              <a:latin typeface="Vidaloka"/>
              <a:ea typeface="Vidaloka"/>
              <a:cs typeface="Vidaloka"/>
              <a:sym typeface="Vidalok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4909</Words>
  <Application>WPS Writer</Application>
  <PresentationFormat/>
  <Paragraphs>141</Paragraphs>
  <Slides>24</Slides>
  <Notes>0</Notes>
  <HiddenSlides>0</HiddenSlides>
  <MMClips>0</MMClips>
  <ScaleCrop>false</ScaleCrop>
  <HeadingPairs>
    <vt:vector size="6" baseType="variant">
      <vt:variant>
        <vt:lpstr>已用的字体</vt:lpstr>
      </vt:variant>
      <vt:variant>
        <vt:i4>23</vt:i4>
      </vt:variant>
      <vt:variant>
        <vt:lpstr>主题</vt:lpstr>
      </vt:variant>
      <vt:variant>
        <vt:i4>3</vt:i4>
      </vt:variant>
      <vt:variant>
        <vt:lpstr>幻灯片标题</vt:lpstr>
      </vt:variant>
      <vt:variant>
        <vt:i4>24</vt:i4>
      </vt:variant>
    </vt:vector>
  </HeadingPairs>
  <TitlesOfParts>
    <vt:vector size="50" baseType="lpstr">
      <vt:lpstr>Arial</vt:lpstr>
      <vt:lpstr>SimSun</vt:lpstr>
      <vt:lpstr>Wingdings</vt:lpstr>
      <vt:lpstr>Arial</vt:lpstr>
      <vt:lpstr>Vidaloka</vt:lpstr>
      <vt:lpstr>Thonburi</vt:lpstr>
      <vt:lpstr>Montserrat</vt:lpstr>
      <vt:lpstr>Lato</vt:lpstr>
      <vt:lpstr>Crimson Text</vt:lpstr>
      <vt:lpstr>Merriweather Light</vt:lpstr>
      <vt:lpstr>Russo One</vt:lpstr>
      <vt:lpstr>Mako</vt:lpstr>
      <vt:lpstr>Josefin Sans</vt:lpstr>
      <vt:lpstr>Open Sans SemiBold</vt:lpstr>
      <vt:lpstr>Open Sans</vt:lpstr>
      <vt:lpstr>Microsoft YaHei</vt:lpstr>
      <vt:lpstr>汉仪旗黑</vt:lpstr>
      <vt:lpstr>SimSun</vt:lpstr>
      <vt:lpstr>Arial Unicode MS</vt:lpstr>
      <vt:lpstr>Montserrat</vt:lpstr>
      <vt:lpstr>Vidaloka</vt:lpstr>
      <vt:lpstr>汉仪书宋二KW</vt:lpstr>
      <vt:lpstr>苹方-简</vt:lpstr>
      <vt:lpstr>Simple Light</vt:lpstr>
      <vt:lpstr>Minimalist Business Slides XL by Slidesgo</vt:lpstr>
      <vt:lpstr>Minimalist Business Slides XL by Slidesgo</vt:lpstr>
      <vt:lpstr>Mainstay Life Services</vt:lpstr>
      <vt:lpstr>PowerPoint 演示文稿</vt:lpstr>
      <vt:lpstr>PowerPoint 演示文稿</vt:lpstr>
      <vt:lpstr>Medication Errors</vt:lpstr>
      <vt:lpstr>PowerPoint 演示文稿</vt:lpstr>
      <vt:lpstr>PowerPoint 演示文稿</vt:lpstr>
      <vt:lpstr>PowerPoint 演示文稿</vt:lpstr>
      <vt:lpstr>PowerPoint 演示文稿</vt:lpstr>
      <vt:lpstr>(Serious Illness + Illness)</vt:lpstr>
      <vt:lpstr>PowerPoint 演示文稿</vt:lpstr>
      <vt:lpstr>PowerPoint 演示文稿</vt:lpstr>
      <vt:lpstr>PowerPoint 演示文稿</vt:lpstr>
      <vt:lpstr>Serious Injury</vt:lpstr>
      <vt:lpstr>PowerPoint 演示文稿</vt:lpstr>
      <vt:lpstr>Neglect</vt:lpstr>
      <vt:lpstr>PowerPoint 演示文稿</vt:lpstr>
      <vt:lpstr>PowerPoint 演示文稿</vt:lpstr>
      <vt:lpstr>PowerPoint 演示文稿</vt:lpstr>
      <vt:lpstr>Abuse</vt:lpstr>
      <vt:lpstr>Basic Abuse Numbers</vt:lpstr>
      <vt:lpstr>Abuse Reports over Time</vt:lpstr>
      <vt:lpstr>Abuse Investigations over Time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Mainstay Life Services</dc:title>
  <dc:creator/>
  <cp:lastModifiedBy>WPS_1677518984</cp:lastModifiedBy>
  <cp:revision>1</cp:revision>
  <dcterms:created xsi:type="dcterms:W3CDTF">2025-09-17T00:57:45Z</dcterms:created>
  <dcterms:modified xsi:type="dcterms:W3CDTF">2025-09-17T00:57:45Z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284AED02F1AE98EA8907CA6869C2E1CC_42</vt:lpwstr>
  </property>
  <property fmtid="{D5CDD505-2E9C-101B-9397-08002B2CF9AE}" pid="3" name="KSOProductBuildVer">
    <vt:lpwstr>1033-7.2.2.8955</vt:lpwstr>
  </property>
</Properties>
</file>